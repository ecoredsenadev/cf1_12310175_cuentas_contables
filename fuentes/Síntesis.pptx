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40E13-24C2-ED4B-9990-7E808AA8AA44}" v="1679" dt="2026-02-05T10:57:14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4"/>
    <p:restoredTop sz="94690"/>
  </p:normalViewPr>
  <p:slideViewPr>
    <p:cSldViewPr snapToGrid="0">
      <p:cViewPr varScale="1">
        <p:scale>
          <a:sx n="132" d="100"/>
          <a:sy n="132" d="100"/>
        </p:scale>
        <p:origin x="75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Marcela Vidal Quintero" userId="104d0c5e440496ce" providerId="LiveId" clId="{9D740E13-24C2-ED4B-9990-7E808AA8AA44}"/>
    <pc:docChg chg="custSel modSld">
      <pc:chgData name="Paula Marcela Vidal Quintero" userId="104d0c5e440496ce" providerId="LiveId" clId="{9D740E13-24C2-ED4B-9990-7E808AA8AA44}" dt="2026-02-05T10:57:14.803" v="1682"/>
      <pc:docMkLst>
        <pc:docMk/>
      </pc:docMkLst>
      <pc:sldChg chg="addSp delSp modSp mod">
        <pc:chgData name="Paula Marcela Vidal Quintero" userId="104d0c5e440496ce" providerId="LiveId" clId="{9D740E13-24C2-ED4B-9990-7E808AA8AA44}" dt="2026-02-05T10:57:14.803" v="1682"/>
        <pc:sldMkLst>
          <pc:docMk/>
          <pc:sldMk cId="4095624641" sldId="256"/>
        </pc:sldMkLst>
        <pc:spChg chg="del">
          <ac:chgData name="Paula Marcela Vidal Quintero" userId="104d0c5e440496ce" providerId="LiveId" clId="{9D740E13-24C2-ED4B-9990-7E808AA8AA44}" dt="2026-02-05T10:54:51.553" v="1364" actId="478"/>
          <ac:spMkLst>
            <pc:docMk/>
            <pc:sldMk cId="4095624641" sldId="256"/>
            <ac:spMk id="2" creationId="{F0A33FEF-F4E6-97A6-6024-AE283A85ED45}"/>
          </ac:spMkLst>
        </pc:spChg>
        <pc:spChg chg="del">
          <ac:chgData name="Paula Marcela Vidal Quintero" userId="104d0c5e440496ce" providerId="LiveId" clId="{9D740E13-24C2-ED4B-9990-7E808AA8AA44}" dt="2026-02-05T10:54:55.602" v="1365" actId="478"/>
          <ac:spMkLst>
            <pc:docMk/>
            <pc:sldMk cId="4095624641" sldId="256"/>
            <ac:spMk id="3" creationId="{5A04A7A5-5ECC-23F8-3E98-4C8DA2C28829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8" creationId="{4D7A10E8-43A9-203C-251C-7801F04B143E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15" creationId="{77A87391-8BCB-CD54-6CD5-72A214B44A8D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21" creationId="{C82AF023-34CE-95D3-95F3-48F417CB4075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28" creationId="{A0F82C74-2ED2-AC0E-729E-2FDDEF1B143A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33" creationId="{AC848A3E-8E50-8308-2FD8-9BA86570E684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52" creationId="{C9600ED4-1A47-0DBB-FCFF-D845BF9BCB9B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56" creationId="{0E60E1DA-9D25-2A30-3336-7E5448219000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58" creationId="{F7958B78-7EDC-5827-7B91-C975BBFA3CB4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69" creationId="{1CDECAE2-EA7F-FF4E-C572-D953ADDFD674}"/>
          </ac:spMkLst>
        </pc:spChg>
        <pc:spChg chg="mod">
          <ac:chgData name="Paula Marcela Vidal Quintero" userId="104d0c5e440496ce" providerId="LiveId" clId="{9D740E13-24C2-ED4B-9990-7E808AA8AA44}" dt="2026-02-05T10:52:30.240" v="1353" actId="18245"/>
          <ac:spMkLst>
            <pc:docMk/>
            <pc:sldMk cId="4095624641" sldId="256"/>
            <ac:spMk id="81" creationId="{942F4366-0F04-20AC-31A2-7A18FCA0AEDF}"/>
          </ac:spMkLst>
        </pc:spChg>
        <pc:graphicFrameChg chg="mod">
          <ac:chgData name="Paula Marcela Vidal Quintero" userId="104d0c5e440496ce" providerId="LiveId" clId="{9D740E13-24C2-ED4B-9990-7E808AA8AA44}" dt="2026-02-05T10:57:14.803" v="1682"/>
          <ac:graphicFrameMkLst>
            <pc:docMk/>
            <pc:sldMk cId="4095624641" sldId="256"/>
            <ac:graphicFrameMk id="6" creationId="{6DBC9A61-6419-0D3B-065C-ED692A4EFB39}"/>
          </ac:graphicFrameMkLst>
        </pc:graphicFrameChg>
      </pc:sldChg>
    </pc:docChg>
  </pc:docChgLst>
  <pc:docChgLst>
    <pc:chgData name="Paula Marcela Vidal Quintero" userId="S::pvidalq@sena.edu.co::d7243ea7-a8b7-4deb-bd77-57958f376389" providerId="AD" clId="Web-{CA810C7E-0C2F-8639-7052-49650BDA76CF}"/>
    <pc:docChg chg="mod">
      <pc:chgData name="Paula Marcela Vidal Quintero" userId="S::pvidalq@sena.edu.co::d7243ea7-a8b7-4deb-bd77-57958f376389" providerId="AD" clId="Web-{CA810C7E-0C2F-8639-7052-49650BDA76CF}" dt="2026-02-05T20:48:27.142" v="0" actId="33475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13E737-3055-3A43-86F7-BA9FFBE0C0F4}" type="doc">
      <dgm:prSet loTypeId="urn:microsoft.com/office/officeart/2005/8/layout/orgChart1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4CA5AAE6-E842-814C-922A-EA13A4487E1C}">
      <dgm:prSet phldrT="[Texto]"/>
      <dgm:spPr>
        <a:solidFill>
          <a:srgbClr val="0070C0"/>
        </a:solidFill>
      </dgm:spPr>
      <dgm:t>
        <a:bodyPr/>
        <a:lstStyle/>
        <a:p>
          <a:r>
            <a:rPr lang="es-ES" b="1" dirty="0"/>
            <a:t>Cuentas contables: normatividad y conceptos generales</a:t>
          </a:r>
        </a:p>
      </dgm:t>
    </dgm:pt>
    <dgm:pt modelId="{716E18A7-8F72-9040-B886-7E817CD9FAFC}" type="parTrans" cxnId="{52325317-6916-9742-B3F9-83E246D88097}">
      <dgm:prSet/>
      <dgm:spPr/>
      <dgm:t>
        <a:bodyPr/>
        <a:lstStyle/>
        <a:p>
          <a:endParaRPr lang="es-ES"/>
        </a:p>
      </dgm:t>
    </dgm:pt>
    <dgm:pt modelId="{5BB0A2B6-6A92-A745-88D9-7FC182253BC6}" type="sibTrans" cxnId="{52325317-6916-9742-B3F9-83E246D88097}">
      <dgm:prSet/>
      <dgm:spPr/>
      <dgm:t>
        <a:bodyPr/>
        <a:lstStyle/>
        <a:p>
          <a:endParaRPr lang="es-ES"/>
        </a:p>
      </dgm:t>
    </dgm:pt>
    <dgm:pt modelId="{FD0A935B-2000-F441-B018-AAF5D626E099}">
      <dgm:prSet phldrT="[Texto]"/>
      <dgm:spPr/>
      <dgm:t>
        <a:bodyPr/>
        <a:lstStyle/>
        <a:p>
          <a:r>
            <a:rPr lang="es-ES" b="1" dirty="0"/>
            <a:t>Normatividad en Colombia</a:t>
          </a:r>
        </a:p>
      </dgm:t>
    </dgm:pt>
    <dgm:pt modelId="{24479812-F92E-1545-9AAA-C4369FEA9837}" type="parTrans" cxnId="{43197712-4146-3549-9F7C-629BA66BB3D0}">
      <dgm:prSet/>
      <dgm:spPr/>
      <dgm:t>
        <a:bodyPr/>
        <a:lstStyle/>
        <a:p>
          <a:endParaRPr lang="es-ES"/>
        </a:p>
      </dgm:t>
    </dgm:pt>
    <dgm:pt modelId="{0B5BBA1E-7F86-5A4A-BD36-C06AD5ECC02F}" type="sibTrans" cxnId="{43197712-4146-3549-9F7C-629BA66BB3D0}">
      <dgm:prSet/>
      <dgm:spPr/>
      <dgm:t>
        <a:bodyPr/>
        <a:lstStyle/>
        <a:p>
          <a:endParaRPr lang="es-ES"/>
        </a:p>
      </dgm:t>
    </dgm:pt>
    <dgm:pt modelId="{922811F2-AB8D-CB4A-A581-5F1277B85A17}">
      <dgm:prSet phldrT="[Texto]"/>
      <dgm:spPr>
        <a:solidFill>
          <a:schemeClr val="accent3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dirty="0"/>
            <a:t>Decreto 2649 de 1993</a:t>
          </a:r>
        </a:p>
      </dgm:t>
    </dgm:pt>
    <dgm:pt modelId="{BE81D1A4-0613-C547-B78D-94EF6E15E2D4}" type="parTrans" cxnId="{8F6A0D59-B3E1-0C42-B5A2-3F16AA7ED03C}">
      <dgm:prSet/>
      <dgm:spPr/>
      <dgm:t>
        <a:bodyPr/>
        <a:lstStyle/>
        <a:p>
          <a:endParaRPr lang="es-ES"/>
        </a:p>
      </dgm:t>
    </dgm:pt>
    <dgm:pt modelId="{0778D97E-4708-3849-8BFE-CE16A507D6E1}" type="sibTrans" cxnId="{8F6A0D59-B3E1-0C42-B5A2-3F16AA7ED03C}">
      <dgm:prSet/>
      <dgm:spPr/>
      <dgm:t>
        <a:bodyPr/>
        <a:lstStyle/>
        <a:p>
          <a:endParaRPr lang="es-ES"/>
        </a:p>
      </dgm:t>
    </dgm:pt>
    <dgm:pt modelId="{F96DD9C8-5E66-0542-B1B3-992E65713F21}">
      <dgm:prSet phldrT="[Texto]"/>
      <dgm:spPr/>
      <dgm:t>
        <a:bodyPr/>
        <a:lstStyle/>
        <a:p>
          <a:r>
            <a:rPr lang="es-ES" dirty="0"/>
            <a:t>Decreto 2650 de 1993</a:t>
          </a:r>
        </a:p>
      </dgm:t>
    </dgm:pt>
    <dgm:pt modelId="{E876C77D-945E-B544-BC4E-ADED647D234E}" type="parTrans" cxnId="{0820A6AA-C408-534F-885D-76223CB30E18}">
      <dgm:prSet/>
      <dgm:spPr/>
      <dgm:t>
        <a:bodyPr/>
        <a:lstStyle/>
        <a:p>
          <a:endParaRPr lang="es-ES"/>
        </a:p>
      </dgm:t>
    </dgm:pt>
    <dgm:pt modelId="{9145BCEF-8821-CD48-BEF7-3807DBB1439C}" type="sibTrans" cxnId="{0820A6AA-C408-534F-885D-76223CB30E18}">
      <dgm:prSet/>
      <dgm:spPr/>
      <dgm:t>
        <a:bodyPr/>
        <a:lstStyle/>
        <a:p>
          <a:endParaRPr lang="es-ES"/>
        </a:p>
      </dgm:t>
    </dgm:pt>
    <dgm:pt modelId="{5DFE6A49-7123-844B-924F-3DC4DBF8F3B0}">
      <dgm:prSet phldrT="[Texto]"/>
      <dgm:spPr/>
      <dgm:t>
        <a:bodyPr/>
        <a:lstStyle/>
        <a:p>
          <a:r>
            <a:rPr lang="es-ES" b="1" dirty="0"/>
            <a:t>Principios contables</a:t>
          </a:r>
        </a:p>
      </dgm:t>
    </dgm:pt>
    <dgm:pt modelId="{B93031C5-BDAF-6A40-BFA8-E15D50C6562C}" type="parTrans" cxnId="{0050FC4B-7E03-F34F-A410-DE7BB2C767AD}">
      <dgm:prSet/>
      <dgm:spPr/>
      <dgm:t>
        <a:bodyPr/>
        <a:lstStyle/>
        <a:p>
          <a:endParaRPr lang="es-ES"/>
        </a:p>
      </dgm:t>
    </dgm:pt>
    <dgm:pt modelId="{E47042F2-9605-FA4E-BA21-D2885528AC4D}" type="sibTrans" cxnId="{0050FC4B-7E03-F34F-A410-DE7BB2C767AD}">
      <dgm:prSet/>
      <dgm:spPr/>
      <dgm:t>
        <a:bodyPr/>
        <a:lstStyle/>
        <a:p>
          <a:endParaRPr lang="es-ES"/>
        </a:p>
      </dgm:t>
    </dgm:pt>
    <dgm:pt modelId="{965E04A2-3BDB-344A-8E03-8DF7C9E99E57}">
      <dgm:prSet phldrT="[Texto]"/>
      <dgm:spPr/>
      <dgm:t>
        <a:bodyPr/>
        <a:lstStyle/>
        <a:p>
          <a:r>
            <a:rPr lang="es-ES" dirty="0"/>
            <a:t>Principio de la entidad</a:t>
          </a:r>
        </a:p>
      </dgm:t>
    </dgm:pt>
    <dgm:pt modelId="{315862AF-A642-7E40-8BBF-F71BE81CED89}" type="parTrans" cxnId="{77DDF957-4BCD-6140-951F-8D74AFC0F431}">
      <dgm:prSet/>
      <dgm:spPr/>
      <dgm:t>
        <a:bodyPr/>
        <a:lstStyle/>
        <a:p>
          <a:endParaRPr lang="es-ES"/>
        </a:p>
      </dgm:t>
    </dgm:pt>
    <dgm:pt modelId="{850D82BF-7C7D-A14F-82EA-1A68ED3AAEBF}" type="sibTrans" cxnId="{77DDF957-4BCD-6140-951F-8D74AFC0F431}">
      <dgm:prSet/>
      <dgm:spPr/>
      <dgm:t>
        <a:bodyPr/>
        <a:lstStyle/>
        <a:p>
          <a:endParaRPr lang="es-ES"/>
        </a:p>
      </dgm:t>
    </dgm:pt>
    <dgm:pt modelId="{D6F8A916-CC4E-BE41-AF3F-C918C75A0C77}">
      <dgm:prSet/>
      <dgm:spPr/>
      <dgm:t>
        <a:bodyPr/>
        <a:lstStyle/>
        <a:p>
          <a:r>
            <a:rPr lang="es-ES" dirty="0"/>
            <a:t>Ley 43 de 1993</a:t>
          </a:r>
        </a:p>
      </dgm:t>
    </dgm:pt>
    <dgm:pt modelId="{95B3A710-CB29-C24C-85C1-061A5D298032}" type="parTrans" cxnId="{7CA82D8C-8DAD-0648-AF4C-6E3AAAFB7275}">
      <dgm:prSet/>
      <dgm:spPr/>
      <dgm:t>
        <a:bodyPr/>
        <a:lstStyle/>
        <a:p>
          <a:endParaRPr lang="es-ES"/>
        </a:p>
      </dgm:t>
    </dgm:pt>
    <dgm:pt modelId="{D1BF5C48-F9EE-C84E-83F2-6726A317F28F}" type="sibTrans" cxnId="{7CA82D8C-8DAD-0648-AF4C-6E3AAAFB7275}">
      <dgm:prSet/>
      <dgm:spPr/>
      <dgm:t>
        <a:bodyPr/>
        <a:lstStyle/>
        <a:p>
          <a:endParaRPr lang="es-ES"/>
        </a:p>
      </dgm:t>
    </dgm:pt>
    <dgm:pt modelId="{72A0DCDE-B6A5-A14D-9E25-A469EC81FC99}">
      <dgm:prSet/>
      <dgm:spPr/>
      <dgm:t>
        <a:bodyPr/>
        <a:lstStyle/>
        <a:p>
          <a:r>
            <a:rPr lang="es-ES" b="1" dirty="0"/>
            <a:t>Plan único de cuentas</a:t>
          </a:r>
        </a:p>
      </dgm:t>
    </dgm:pt>
    <dgm:pt modelId="{B8E3AF68-FBF2-194D-BB52-50F7D0737737}" type="parTrans" cxnId="{404F9D3A-DC23-7444-BB5A-A8985E584796}">
      <dgm:prSet/>
      <dgm:spPr/>
      <dgm:t>
        <a:bodyPr/>
        <a:lstStyle/>
        <a:p>
          <a:endParaRPr lang="es-ES"/>
        </a:p>
      </dgm:t>
    </dgm:pt>
    <dgm:pt modelId="{821F1246-33D2-E64C-BC18-B1FD86E8599D}" type="sibTrans" cxnId="{404F9D3A-DC23-7444-BB5A-A8985E584796}">
      <dgm:prSet/>
      <dgm:spPr/>
      <dgm:t>
        <a:bodyPr/>
        <a:lstStyle/>
        <a:p>
          <a:endParaRPr lang="es-ES"/>
        </a:p>
      </dgm:t>
    </dgm:pt>
    <dgm:pt modelId="{4132CFA7-FD95-9449-B5A3-351FC30E6530}">
      <dgm:prSet/>
      <dgm:spPr/>
      <dgm:t>
        <a:bodyPr/>
        <a:lstStyle/>
        <a:p>
          <a:r>
            <a:rPr lang="es-ES" dirty="0"/>
            <a:t>Estructura del PUC</a:t>
          </a:r>
        </a:p>
      </dgm:t>
    </dgm:pt>
    <dgm:pt modelId="{CCA4782F-5F56-8944-A979-2644DADD810D}" type="parTrans" cxnId="{05312875-D1C9-0348-AF12-0C2FC5B91503}">
      <dgm:prSet/>
      <dgm:spPr/>
      <dgm:t>
        <a:bodyPr/>
        <a:lstStyle/>
        <a:p>
          <a:endParaRPr lang="es-ES"/>
        </a:p>
      </dgm:t>
    </dgm:pt>
    <dgm:pt modelId="{97C30E92-A6AE-1D47-8815-8D944485B017}" type="sibTrans" cxnId="{05312875-D1C9-0348-AF12-0C2FC5B91503}">
      <dgm:prSet/>
      <dgm:spPr/>
      <dgm:t>
        <a:bodyPr/>
        <a:lstStyle/>
        <a:p>
          <a:endParaRPr lang="es-ES"/>
        </a:p>
      </dgm:t>
    </dgm:pt>
    <dgm:pt modelId="{835DE79A-9C7B-5647-847E-22B575F98C91}">
      <dgm:prSet/>
      <dgm:spPr/>
      <dgm:t>
        <a:bodyPr/>
        <a:lstStyle/>
        <a:p>
          <a:r>
            <a:rPr lang="es-ES" dirty="0"/>
            <a:t>Catálogo de cuentas</a:t>
          </a:r>
        </a:p>
      </dgm:t>
    </dgm:pt>
    <dgm:pt modelId="{87906866-AA43-5E40-ADA4-E89B1666D945}" type="parTrans" cxnId="{D0EC1D27-28BB-594F-B57A-35FF22EE70BA}">
      <dgm:prSet/>
      <dgm:spPr/>
      <dgm:t>
        <a:bodyPr/>
        <a:lstStyle/>
        <a:p>
          <a:endParaRPr lang="es-ES"/>
        </a:p>
      </dgm:t>
    </dgm:pt>
    <dgm:pt modelId="{F2C12C5F-FEAD-914D-AF72-1707B21D4531}" type="sibTrans" cxnId="{D0EC1D27-28BB-594F-B57A-35FF22EE70BA}">
      <dgm:prSet/>
      <dgm:spPr/>
      <dgm:t>
        <a:bodyPr/>
        <a:lstStyle/>
        <a:p>
          <a:endParaRPr lang="es-ES"/>
        </a:p>
      </dgm:t>
    </dgm:pt>
    <dgm:pt modelId="{B2F32720-B894-454A-ABD9-249E5B69D14A}">
      <dgm:prSet/>
      <dgm:spPr/>
      <dgm:t>
        <a:bodyPr/>
        <a:lstStyle/>
        <a:p>
          <a:r>
            <a:rPr lang="es-ES" b="1" dirty="0"/>
            <a:t>Esquema de la cuenta T</a:t>
          </a:r>
        </a:p>
      </dgm:t>
    </dgm:pt>
    <dgm:pt modelId="{872CFCFC-E5FF-864D-B954-D956D89B2926}" type="parTrans" cxnId="{90F4F549-6824-9E49-8858-484D35512A51}">
      <dgm:prSet/>
      <dgm:spPr/>
      <dgm:t>
        <a:bodyPr/>
        <a:lstStyle/>
        <a:p>
          <a:endParaRPr lang="es-ES"/>
        </a:p>
      </dgm:t>
    </dgm:pt>
    <dgm:pt modelId="{A29BF7D8-3C3E-5B47-9DAB-6DF8B76D10C1}" type="sibTrans" cxnId="{90F4F549-6824-9E49-8858-484D35512A51}">
      <dgm:prSet/>
      <dgm:spPr/>
      <dgm:t>
        <a:bodyPr/>
        <a:lstStyle/>
        <a:p>
          <a:endParaRPr lang="es-ES"/>
        </a:p>
      </dgm:t>
    </dgm:pt>
    <dgm:pt modelId="{535526AF-6DFD-1C4F-BD18-EEF6FFE8D093}">
      <dgm:prSet/>
      <dgm:spPr/>
      <dgm:t>
        <a:bodyPr/>
        <a:lstStyle/>
        <a:p>
          <a:r>
            <a:rPr lang="es-ES" dirty="0"/>
            <a:t>Registro en la cuenta T</a:t>
          </a:r>
        </a:p>
      </dgm:t>
    </dgm:pt>
    <dgm:pt modelId="{49F4B116-AF85-DF4A-A13D-C16DC5A3309C}" type="parTrans" cxnId="{BFB51086-91D5-CC40-B18D-F3A50316A920}">
      <dgm:prSet/>
      <dgm:spPr/>
      <dgm:t>
        <a:bodyPr/>
        <a:lstStyle/>
        <a:p>
          <a:endParaRPr lang="es-ES"/>
        </a:p>
      </dgm:t>
    </dgm:pt>
    <dgm:pt modelId="{8E5ED92A-7C02-3340-AA8D-9E69969AF397}" type="sibTrans" cxnId="{BFB51086-91D5-CC40-B18D-F3A50316A920}">
      <dgm:prSet/>
      <dgm:spPr/>
      <dgm:t>
        <a:bodyPr/>
        <a:lstStyle/>
        <a:p>
          <a:endParaRPr lang="es-ES"/>
        </a:p>
      </dgm:t>
    </dgm:pt>
    <dgm:pt modelId="{1DF10D4F-7148-4847-AACD-3A2BA2FE82CD}">
      <dgm:prSet/>
      <dgm:spPr/>
      <dgm:t>
        <a:bodyPr/>
        <a:lstStyle/>
        <a:p>
          <a:r>
            <a:rPr lang="es-ES" dirty="0"/>
            <a:t>Saldos en la cuenta T (débito y crédito)</a:t>
          </a:r>
        </a:p>
      </dgm:t>
    </dgm:pt>
    <dgm:pt modelId="{3E281D9B-C965-194D-806C-4F35A76A0E1C}" type="parTrans" cxnId="{81E5A85A-1661-7E4E-A61E-EA47F0E24614}">
      <dgm:prSet/>
      <dgm:spPr/>
      <dgm:t>
        <a:bodyPr/>
        <a:lstStyle/>
        <a:p>
          <a:endParaRPr lang="es-ES"/>
        </a:p>
      </dgm:t>
    </dgm:pt>
    <dgm:pt modelId="{1BF25757-91F4-374C-B79B-C2C2B822617C}" type="sibTrans" cxnId="{81E5A85A-1661-7E4E-A61E-EA47F0E24614}">
      <dgm:prSet/>
      <dgm:spPr/>
      <dgm:t>
        <a:bodyPr/>
        <a:lstStyle/>
        <a:p>
          <a:endParaRPr lang="es-ES"/>
        </a:p>
      </dgm:t>
    </dgm:pt>
    <dgm:pt modelId="{04969BA1-8E0F-1948-B758-8830681DF978}">
      <dgm:prSet/>
      <dgm:spPr/>
      <dgm:t>
        <a:bodyPr/>
        <a:lstStyle/>
        <a:p>
          <a:r>
            <a:rPr lang="es-ES" b="1" dirty="0"/>
            <a:t>Clasificación de las cuentas</a:t>
          </a:r>
        </a:p>
      </dgm:t>
    </dgm:pt>
    <dgm:pt modelId="{A819BB3C-545E-E64B-973A-83E1F10EADFC}" type="parTrans" cxnId="{F14DC965-37AF-CD47-826A-D395B07BD312}">
      <dgm:prSet/>
      <dgm:spPr/>
      <dgm:t>
        <a:bodyPr/>
        <a:lstStyle/>
        <a:p>
          <a:endParaRPr lang="es-ES"/>
        </a:p>
      </dgm:t>
    </dgm:pt>
    <dgm:pt modelId="{3C82A549-19BD-FE41-8BE7-CA41EB993B3E}" type="sibTrans" cxnId="{F14DC965-37AF-CD47-826A-D395B07BD312}">
      <dgm:prSet/>
      <dgm:spPr/>
      <dgm:t>
        <a:bodyPr/>
        <a:lstStyle/>
        <a:p>
          <a:endParaRPr lang="es-ES"/>
        </a:p>
      </dgm:t>
    </dgm:pt>
    <dgm:pt modelId="{E72D2E76-1438-8D46-9784-90FA178C4911}">
      <dgm:prSet/>
      <dgm:spPr/>
      <dgm:t>
        <a:bodyPr/>
        <a:lstStyle/>
        <a:p>
          <a:r>
            <a:rPr lang="es-ES" b="1" dirty="0"/>
            <a:t>Cuentas reales o de balance</a:t>
          </a:r>
        </a:p>
      </dgm:t>
    </dgm:pt>
    <dgm:pt modelId="{B2F8164F-8310-AD4B-97FE-3972FDA30F2C}" type="parTrans" cxnId="{37DE3035-1B33-5348-A9D5-EB6C77BBF4A4}">
      <dgm:prSet/>
      <dgm:spPr/>
      <dgm:t>
        <a:bodyPr/>
        <a:lstStyle/>
        <a:p>
          <a:endParaRPr lang="es-ES"/>
        </a:p>
      </dgm:t>
    </dgm:pt>
    <dgm:pt modelId="{CD489CA7-4AAB-124E-B6A4-6D85B65D58AE}" type="sibTrans" cxnId="{37DE3035-1B33-5348-A9D5-EB6C77BBF4A4}">
      <dgm:prSet/>
      <dgm:spPr/>
      <dgm:t>
        <a:bodyPr/>
        <a:lstStyle/>
        <a:p>
          <a:endParaRPr lang="es-ES"/>
        </a:p>
      </dgm:t>
    </dgm:pt>
    <dgm:pt modelId="{B1FD795B-FE5E-C14A-9309-24B42D2DB688}">
      <dgm:prSet/>
      <dgm:spPr/>
      <dgm:t>
        <a:bodyPr/>
        <a:lstStyle/>
        <a:p>
          <a:r>
            <a:rPr lang="es-ES" dirty="0"/>
            <a:t>Conceptos</a:t>
          </a:r>
        </a:p>
      </dgm:t>
    </dgm:pt>
    <dgm:pt modelId="{6A636882-D2AF-E14F-9368-1B65081C9F92}" type="parTrans" cxnId="{7BF668A9-6A31-0947-8B16-73B05D3B7335}">
      <dgm:prSet/>
      <dgm:spPr/>
      <dgm:t>
        <a:bodyPr/>
        <a:lstStyle/>
        <a:p>
          <a:endParaRPr lang="es-ES"/>
        </a:p>
      </dgm:t>
    </dgm:pt>
    <dgm:pt modelId="{426598DF-B4C0-CA4E-898F-DB9A99A0D6CB}" type="sibTrans" cxnId="{7BF668A9-6A31-0947-8B16-73B05D3B7335}">
      <dgm:prSet/>
      <dgm:spPr/>
      <dgm:t>
        <a:bodyPr/>
        <a:lstStyle/>
        <a:p>
          <a:endParaRPr lang="es-ES"/>
        </a:p>
      </dgm:t>
    </dgm:pt>
    <dgm:pt modelId="{CC87EAC7-81A7-1947-A975-2FC8B1297ACB}">
      <dgm:prSet/>
      <dgm:spPr/>
      <dgm:t>
        <a:bodyPr/>
        <a:lstStyle/>
        <a:p>
          <a:r>
            <a:rPr lang="es-ES" dirty="0"/>
            <a:t>Características</a:t>
          </a:r>
        </a:p>
      </dgm:t>
    </dgm:pt>
    <dgm:pt modelId="{24805286-C409-6F4E-AE1C-E44823A0DAED}" type="parTrans" cxnId="{44F89D26-96B4-4344-9B75-BB23DC9169F3}">
      <dgm:prSet/>
      <dgm:spPr/>
      <dgm:t>
        <a:bodyPr/>
        <a:lstStyle/>
        <a:p>
          <a:endParaRPr lang="es-ES"/>
        </a:p>
      </dgm:t>
    </dgm:pt>
    <dgm:pt modelId="{6A4E1BD7-44EA-D240-A6F8-9A61F00B44B7}" type="sibTrans" cxnId="{44F89D26-96B4-4344-9B75-BB23DC9169F3}">
      <dgm:prSet/>
      <dgm:spPr/>
      <dgm:t>
        <a:bodyPr/>
        <a:lstStyle/>
        <a:p>
          <a:endParaRPr lang="es-ES"/>
        </a:p>
      </dgm:t>
    </dgm:pt>
    <dgm:pt modelId="{0A60512E-025F-3C49-AE94-6332FB58738A}">
      <dgm:prSet/>
      <dgm:spPr/>
      <dgm:t>
        <a:bodyPr/>
        <a:lstStyle/>
        <a:p>
          <a:r>
            <a:rPr lang="es-ES" dirty="0"/>
            <a:t>Movimientos</a:t>
          </a:r>
        </a:p>
      </dgm:t>
    </dgm:pt>
    <dgm:pt modelId="{BE7BAB09-EAA4-6A41-83FA-901A53371BB8}" type="parTrans" cxnId="{16210F23-855C-1141-B8A7-7AF9355D7346}">
      <dgm:prSet/>
      <dgm:spPr/>
      <dgm:t>
        <a:bodyPr/>
        <a:lstStyle/>
        <a:p>
          <a:endParaRPr lang="es-ES"/>
        </a:p>
      </dgm:t>
    </dgm:pt>
    <dgm:pt modelId="{DDF9CEA7-9AF3-364B-ADA1-27BFE424BB86}" type="sibTrans" cxnId="{16210F23-855C-1141-B8A7-7AF9355D7346}">
      <dgm:prSet/>
      <dgm:spPr/>
      <dgm:t>
        <a:bodyPr/>
        <a:lstStyle/>
        <a:p>
          <a:endParaRPr lang="es-ES"/>
        </a:p>
      </dgm:t>
    </dgm:pt>
    <dgm:pt modelId="{9F0C836F-7130-4441-AFF1-57394A4BA0BA}">
      <dgm:prSet phldrT="[Texto]"/>
      <dgm:spPr/>
      <dgm:t>
        <a:bodyPr/>
        <a:lstStyle/>
        <a:p>
          <a:pPr>
            <a:buNone/>
          </a:pPr>
          <a:r>
            <a:rPr lang="es-CO" b="1" dirty="0"/>
            <a:t>Principio del negocio en marcha</a:t>
          </a:r>
          <a:endParaRPr lang="es-ES" dirty="0"/>
        </a:p>
      </dgm:t>
    </dgm:pt>
    <dgm:pt modelId="{15167AC0-BB47-084F-B224-6480BB71A3B3}" type="parTrans" cxnId="{A06D72B3-F7C9-204F-8F18-9613547C0024}">
      <dgm:prSet/>
      <dgm:spPr/>
      <dgm:t>
        <a:bodyPr/>
        <a:lstStyle/>
        <a:p>
          <a:endParaRPr lang="es-ES"/>
        </a:p>
      </dgm:t>
    </dgm:pt>
    <dgm:pt modelId="{9FCCF56A-728C-FB47-9493-5AD3B6DA19D2}" type="sibTrans" cxnId="{A06D72B3-F7C9-204F-8F18-9613547C0024}">
      <dgm:prSet/>
      <dgm:spPr/>
      <dgm:t>
        <a:bodyPr/>
        <a:lstStyle/>
        <a:p>
          <a:endParaRPr lang="es-ES"/>
        </a:p>
      </dgm:t>
    </dgm:pt>
    <dgm:pt modelId="{7C76B141-BC3B-FB48-B1EC-6CB2ED8EF919}">
      <dgm:prSet phldrT="[Texto]"/>
      <dgm:spPr/>
      <dgm:t>
        <a:bodyPr/>
        <a:lstStyle/>
        <a:p>
          <a:pPr>
            <a:buNone/>
          </a:pPr>
          <a:r>
            <a:rPr lang="es-CO" b="1" dirty="0"/>
            <a:t>Principio del período contable</a:t>
          </a:r>
          <a:endParaRPr lang="es-ES" dirty="0"/>
        </a:p>
      </dgm:t>
    </dgm:pt>
    <dgm:pt modelId="{54E61502-81F3-1540-8CC7-A077868DE002}" type="parTrans" cxnId="{12C214B7-E9B2-B046-8FA0-3E9D8BAD2809}">
      <dgm:prSet/>
      <dgm:spPr/>
      <dgm:t>
        <a:bodyPr/>
        <a:lstStyle/>
        <a:p>
          <a:endParaRPr lang="es-ES"/>
        </a:p>
      </dgm:t>
    </dgm:pt>
    <dgm:pt modelId="{42C10DF2-1EED-2946-9091-2CD2F7D0BE78}" type="sibTrans" cxnId="{12C214B7-E9B2-B046-8FA0-3E9D8BAD2809}">
      <dgm:prSet/>
      <dgm:spPr/>
      <dgm:t>
        <a:bodyPr/>
        <a:lstStyle/>
        <a:p>
          <a:endParaRPr lang="es-ES"/>
        </a:p>
      </dgm:t>
    </dgm:pt>
    <dgm:pt modelId="{A7D973F9-1848-0E43-AE9D-7A770965D70B}">
      <dgm:prSet phldrT="[Texto]"/>
      <dgm:spPr/>
      <dgm:t>
        <a:bodyPr/>
        <a:lstStyle/>
        <a:p>
          <a:pPr>
            <a:buNone/>
          </a:pPr>
          <a:r>
            <a:rPr lang="es-ES" dirty="0"/>
            <a:t>Principio de enfrentamiento</a:t>
          </a:r>
        </a:p>
      </dgm:t>
    </dgm:pt>
    <dgm:pt modelId="{6D6DF472-84A5-8948-8FB4-803622035365}" type="parTrans" cxnId="{8DE9277D-58CF-F543-B299-BE82B033B4DD}">
      <dgm:prSet/>
      <dgm:spPr/>
      <dgm:t>
        <a:bodyPr/>
        <a:lstStyle/>
        <a:p>
          <a:endParaRPr lang="es-ES"/>
        </a:p>
      </dgm:t>
    </dgm:pt>
    <dgm:pt modelId="{0F8F99B7-74A3-3D4D-A1CE-AB028E10AB30}" type="sibTrans" cxnId="{8DE9277D-58CF-F543-B299-BE82B033B4DD}">
      <dgm:prSet/>
      <dgm:spPr/>
      <dgm:t>
        <a:bodyPr/>
        <a:lstStyle/>
        <a:p>
          <a:endParaRPr lang="es-ES"/>
        </a:p>
      </dgm:t>
    </dgm:pt>
    <dgm:pt modelId="{AABC591D-9124-9B47-809F-35A216B246E8}">
      <dgm:prSet phldrT="[Texto]"/>
      <dgm:spPr/>
      <dgm:t>
        <a:bodyPr/>
        <a:lstStyle/>
        <a:p>
          <a:pPr>
            <a:buNone/>
          </a:pPr>
          <a:r>
            <a:rPr lang="es-ES" dirty="0"/>
            <a:t>Principio de conservatismo o criterio prudencial</a:t>
          </a:r>
        </a:p>
      </dgm:t>
    </dgm:pt>
    <dgm:pt modelId="{D0DFDDEC-9846-9649-B99C-53D72E44171B}" type="parTrans" cxnId="{7814DC16-A07F-6740-9492-9ED9040309F9}">
      <dgm:prSet/>
      <dgm:spPr/>
      <dgm:t>
        <a:bodyPr/>
        <a:lstStyle/>
        <a:p>
          <a:endParaRPr lang="es-ES"/>
        </a:p>
      </dgm:t>
    </dgm:pt>
    <dgm:pt modelId="{414A51D3-5E7F-FA4E-A78F-787ED207547D}" type="sibTrans" cxnId="{7814DC16-A07F-6740-9492-9ED9040309F9}">
      <dgm:prSet/>
      <dgm:spPr/>
      <dgm:t>
        <a:bodyPr/>
        <a:lstStyle/>
        <a:p>
          <a:endParaRPr lang="es-ES"/>
        </a:p>
      </dgm:t>
    </dgm:pt>
    <dgm:pt modelId="{CA360E9F-B4CB-5E4A-8CAF-1548861C03F1}">
      <dgm:prSet phldrT="[Texto]"/>
      <dgm:spPr/>
      <dgm:t>
        <a:bodyPr/>
        <a:lstStyle/>
        <a:p>
          <a:pPr>
            <a:buNone/>
          </a:pPr>
          <a:r>
            <a:rPr lang="es-ES" dirty="0"/>
            <a:t>Principio de costo</a:t>
          </a:r>
        </a:p>
      </dgm:t>
    </dgm:pt>
    <dgm:pt modelId="{EE787C3F-DB93-AE4F-8D4C-AA28EB528BCA}" type="parTrans" cxnId="{431BBAE7-3040-E84E-9E91-0FA20426CD85}">
      <dgm:prSet/>
      <dgm:spPr/>
      <dgm:t>
        <a:bodyPr/>
        <a:lstStyle/>
        <a:p>
          <a:endParaRPr lang="es-ES"/>
        </a:p>
      </dgm:t>
    </dgm:pt>
    <dgm:pt modelId="{773F6839-EBC2-E249-8823-0769EBF79130}" type="sibTrans" cxnId="{431BBAE7-3040-E84E-9E91-0FA20426CD85}">
      <dgm:prSet/>
      <dgm:spPr/>
      <dgm:t>
        <a:bodyPr/>
        <a:lstStyle/>
        <a:p>
          <a:endParaRPr lang="es-ES"/>
        </a:p>
      </dgm:t>
    </dgm:pt>
    <dgm:pt modelId="{1A5357EF-1552-CA43-A094-9839E65423CE}">
      <dgm:prSet phldrT="[Texto]"/>
      <dgm:spPr/>
      <dgm:t>
        <a:bodyPr/>
        <a:lstStyle/>
        <a:p>
          <a:pPr>
            <a:buNone/>
          </a:pPr>
          <a:r>
            <a:rPr lang="es-ES" dirty="0"/>
            <a:t>Principio de revelación suficiente</a:t>
          </a:r>
        </a:p>
      </dgm:t>
    </dgm:pt>
    <dgm:pt modelId="{64CA3E20-249D-6746-A5AB-A77FFFF75B80}" type="parTrans" cxnId="{C95605AD-0F5F-F045-ADF6-CF8C96EB1CD0}">
      <dgm:prSet/>
      <dgm:spPr/>
      <dgm:t>
        <a:bodyPr/>
        <a:lstStyle/>
        <a:p>
          <a:endParaRPr lang="es-ES"/>
        </a:p>
      </dgm:t>
    </dgm:pt>
    <dgm:pt modelId="{91BF3ABE-CFDE-7E4B-80A4-B7EBB4794A99}" type="sibTrans" cxnId="{C95605AD-0F5F-F045-ADF6-CF8C96EB1CD0}">
      <dgm:prSet/>
      <dgm:spPr/>
      <dgm:t>
        <a:bodyPr/>
        <a:lstStyle/>
        <a:p>
          <a:endParaRPr lang="es-ES"/>
        </a:p>
      </dgm:t>
    </dgm:pt>
    <dgm:pt modelId="{78F28D86-7887-C64E-AA27-6743D1E7A6CE}">
      <dgm:prSet phldrT="[Texto]"/>
      <dgm:spPr/>
      <dgm:t>
        <a:bodyPr/>
        <a:lstStyle/>
        <a:p>
          <a:pPr>
            <a:buNone/>
          </a:pPr>
          <a:r>
            <a:rPr lang="es-ES" dirty="0"/>
            <a:t>Principio de unidad monetaria</a:t>
          </a:r>
        </a:p>
      </dgm:t>
    </dgm:pt>
    <dgm:pt modelId="{35CA2863-982E-1D49-A9A2-1EDC1AC7B6E2}" type="parTrans" cxnId="{B81CCE81-2D25-8A4E-85EB-AE1E821C72B2}">
      <dgm:prSet/>
      <dgm:spPr/>
      <dgm:t>
        <a:bodyPr/>
        <a:lstStyle/>
        <a:p>
          <a:endParaRPr lang="es-ES"/>
        </a:p>
      </dgm:t>
    </dgm:pt>
    <dgm:pt modelId="{C491ACED-D866-6E46-951D-4BBA464A4F51}" type="sibTrans" cxnId="{B81CCE81-2D25-8A4E-85EB-AE1E821C72B2}">
      <dgm:prSet/>
      <dgm:spPr/>
      <dgm:t>
        <a:bodyPr/>
        <a:lstStyle/>
        <a:p>
          <a:endParaRPr lang="es-ES"/>
        </a:p>
      </dgm:t>
    </dgm:pt>
    <dgm:pt modelId="{125E7774-CCAD-B645-AC93-62674C074C9A}">
      <dgm:prSet phldrT="[Texto]"/>
      <dgm:spPr/>
      <dgm:t>
        <a:bodyPr/>
        <a:lstStyle/>
        <a:p>
          <a:pPr>
            <a:buNone/>
          </a:pPr>
          <a:r>
            <a:rPr lang="es-ES" dirty="0"/>
            <a:t>Principio de la consistencia</a:t>
          </a:r>
        </a:p>
      </dgm:t>
    </dgm:pt>
    <dgm:pt modelId="{62D9B41E-D7F4-BA43-BC8A-AAB78E7D676C}" type="parTrans" cxnId="{13C8F6B9-2637-414A-87AA-D010DE4371F6}">
      <dgm:prSet/>
      <dgm:spPr/>
      <dgm:t>
        <a:bodyPr/>
        <a:lstStyle/>
        <a:p>
          <a:endParaRPr lang="es-ES"/>
        </a:p>
      </dgm:t>
    </dgm:pt>
    <dgm:pt modelId="{59E1E759-84BB-1A48-AB3E-B41A7FBF801F}" type="sibTrans" cxnId="{13C8F6B9-2637-414A-87AA-D010DE4371F6}">
      <dgm:prSet/>
      <dgm:spPr/>
      <dgm:t>
        <a:bodyPr/>
        <a:lstStyle/>
        <a:p>
          <a:endParaRPr lang="es-ES"/>
        </a:p>
      </dgm:t>
    </dgm:pt>
    <dgm:pt modelId="{DB6B1AF1-7E74-3A43-AF14-6E24318FC286}">
      <dgm:prSet/>
      <dgm:spPr/>
      <dgm:t>
        <a:bodyPr/>
        <a:lstStyle/>
        <a:p>
          <a:r>
            <a:rPr lang="es-ES" dirty="0"/>
            <a:t>Activo</a:t>
          </a:r>
        </a:p>
      </dgm:t>
    </dgm:pt>
    <dgm:pt modelId="{A93A8EDF-2218-C144-899F-71680B078235}" type="parTrans" cxnId="{585747D0-E259-E04C-9FCA-34C7073F96E1}">
      <dgm:prSet/>
      <dgm:spPr/>
      <dgm:t>
        <a:bodyPr/>
        <a:lstStyle/>
        <a:p>
          <a:endParaRPr lang="es-ES"/>
        </a:p>
      </dgm:t>
    </dgm:pt>
    <dgm:pt modelId="{061CCEF4-C1D9-5140-AD51-C9183554A09F}" type="sibTrans" cxnId="{585747D0-E259-E04C-9FCA-34C7073F96E1}">
      <dgm:prSet/>
      <dgm:spPr/>
      <dgm:t>
        <a:bodyPr/>
        <a:lstStyle/>
        <a:p>
          <a:endParaRPr lang="es-ES"/>
        </a:p>
      </dgm:t>
    </dgm:pt>
    <dgm:pt modelId="{11B9EE14-9291-F84D-BAE7-A10DC2BB06D7}">
      <dgm:prSet/>
      <dgm:spPr/>
      <dgm:t>
        <a:bodyPr/>
        <a:lstStyle/>
        <a:p>
          <a:r>
            <a:rPr lang="es-ES" dirty="0"/>
            <a:t>Pasivo</a:t>
          </a:r>
        </a:p>
      </dgm:t>
    </dgm:pt>
    <dgm:pt modelId="{02F013D4-18F8-794C-9E39-270D7DE2E4B4}" type="parTrans" cxnId="{FF278D93-9524-F74D-BD24-E42DD2636AE4}">
      <dgm:prSet/>
      <dgm:spPr/>
      <dgm:t>
        <a:bodyPr/>
        <a:lstStyle/>
        <a:p>
          <a:endParaRPr lang="es-ES"/>
        </a:p>
      </dgm:t>
    </dgm:pt>
    <dgm:pt modelId="{DBFB9DD6-49EA-D64A-9F17-664D3DC8DD65}" type="sibTrans" cxnId="{FF278D93-9524-F74D-BD24-E42DD2636AE4}">
      <dgm:prSet/>
      <dgm:spPr/>
      <dgm:t>
        <a:bodyPr/>
        <a:lstStyle/>
        <a:p>
          <a:endParaRPr lang="es-ES"/>
        </a:p>
      </dgm:t>
    </dgm:pt>
    <dgm:pt modelId="{7E002ADB-F3F1-5C4D-81DE-CEDD77E3A6D5}">
      <dgm:prSet/>
      <dgm:spPr/>
      <dgm:t>
        <a:bodyPr/>
        <a:lstStyle/>
        <a:p>
          <a:r>
            <a:rPr lang="es-ES" dirty="0"/>
            <a:t>Patrimonio neto</a:t>
          </a:r>
        </a:p>
      </dgm:t>
    </dgm:pt>
    <dgm:pt modelId="{E668F429-AD41-0B48-824D-632DD49C95EB}" type="parTrans" cxnId="{BEFB8236-CA14-4B43-982A-E1E22362793A}">
      <dgm:prSet/>
      <dgm:spPr/>
      <dgm:t>
        <a:bodyPr/>
        <a:lstStyle/>
        <a:p>
          <a:endParaRPr lang="es-ES"/>
        </a:p>
      </dgm:t>
    </dgm:pt>
    <dgm:pt modelId="{181AE184-2E74-4F46-8C37-510932993BD9}" type="sibTrans" cxnId="{BEFB8236-CA14-4B43-982A-E1E22362793A}">
      <dgm:prSet/>
      <dgm:spPr/>
      <dgm:t>
        <a:bodyPr/>
        <a:lstStyle/>
        <a:p>
          <a:endParaRPr lang="es-ES"/>
        </a:p>
      </dgm:t>
    </dgm:pt>
    <dgm:pt modelId="{861670E3-42FC-0C48-97A4-A93B18ABC74A}">
      <dgm:prSet/>
      <dgm:spPr/>
      <dgm:t>
        <a:bodyPr/>
        <a:lstStyle/>
        <a:p>
          <a:r>
            <a:rPr lang="es-ES" dirty="0"/>
            <a:t>Ingresos</a:t>
          </a:r>
        </a:p>
      </dgm:t>
    </dgm:pt>
    <dgm:pt modelId="{CE2669D2-183F-CA46-B894-0188E74AC091}" type="parTrans" cxnId="{C7BF227C-21B7-3F4B-B5D2-0E8D37FB53E0}">
      <dgm:prSet/>
      <dgm:spPr/>
      <dgm:t>
        <a:bodyPr/>
        <a:lstStyle/>
        <a:p>
          <a:endParaRPr lang="es-ES"/>
        </a:p>
      </dgm:t>
    </dgm:pt>
    <dgm:pt modelId="{4BB223C6-C8C2-5E4C-8200-0AF09696DE1A}" type="sibTrans" cxnId="{C7BF227C-21B7-3F4B-B5D2-0E8D37FB53E0}">
      <dgm:prSet/>
      <dgm:spPr/>
      <dgm:t>
        <a:bodyPr/>
        <a:lstStyle/>
        <a:p>
          <a:endParaRPr lang="es-ES"/>
        </a:p>
      </dgm:t>
    </dgm:pt>
    <dgm:pt modelId="{CA9219F1-9D44-3046-8625-237337E1BB06}">
      <dgm:prSet/>
      <dgm:spPr/>
      <dgm:t>
        <a:bodyPr/>
        <a:lstStyle/>
        <a:p>
          <a:r>
            <a:rPr lang="es-ES" dirty="0"/>
            <a:t>Gastos</a:t>
          </a:r>
        </a:p>
      </dgm:t>
    </dgm:pt>
    <dgm:pt modelId="{3B589934-D6E6-0347-A5A2-B5290D1CF438}" type="parTrans" cxnId="{4F298E63-8AFD-CB41-8D32-F9D3705561B4}">
      <dgm:prSet/>
      <dgm:spPr/>
      <dgm:t>
        <a:bodyPr/>
        <a:lstStyle/>
        <a:p>
          <a:endParaRPr lang="es-ES"/>
        </a:p>
      </dgm:t>
    </dgm:pt>
    <dgm:pt modelId="{7458E693-75E9-7141-A1AB-1D94482C8DB8}" type="sibTrans" cxnId="{4F298E63-8AFD-CB41-8D32-F9D3705561B4}">
      <dgm:prSet/>
      <dgm:spPr/>
      <dgm:t>
        <a:bodyPr/>
        <a:lstStyle/>
        <a:p>
          <a:endParaRPr lang="es-ES"/>
        </a:p>
      </dgm:t>
    </dgm:pt>
    <dgm:pt modelId="{B731AC1D-7A95-814A-8A7F-F335B9F3715F}">
      <dgm:prSet/>
      <dgm:spPr/>
      <dgm:t>
        <a:bodyPr/>
        <a:lstStyle/>
        <a:p>
          <a:r>
            <a:rPr lang="es-ES" dirty="0"/>
            <a:t>Costos de ventas</a:t>
          </a:r>
        </a:p>
      </dgm:t>
    </dgm:pt>
    <dgm:pt modelId="{08264C02-4334-F444-A24A-E62ABE76C281}" type="parTrans" cxnId="{6C88C909-FA70-1B40-A74C-687262B5BFA3}">
      <dgm:prSet/>
      <dgm:spPr/>
      <dgm:t>
        <a:bodyPr/>
        <a:lstStyle/>
        <a:p>
          <a:endParaRPr lang="es-ES"/>
        </a:p>
      </dgm:t>
    </dgm:pt>
    <dgm:pt modelId="{2985EBE6-0D36-954D-8F87-6C17955FC20F}" type="sibTrans" cxnId="{6C88C909-FA70-1B40-A74C-687262B5BFA3}">
      <dgm:prSet/>
      <dgm:spPr/>
      <dgm:t>
        <a:bodyPr/>
        <a:lstStyle/>
        <a:p>
          <a:endParaRPr lang="es-ES"/>
        </a:p>
      </dgm:t>
    </dgm:pt>
    <dgm:pt modelId="{7387BA4D-0B1E-6C47-9462-5385AED4C801}">
      <dgm:prSet/>
      <dgm:spPr/>
      <dgm:t>
        <a:bodyPr/>
        <a:lstStyle/>
        <a:p>
          <a:r>
            <a:rPr lang="es-ES" dirty="0"/>
            <a:t>Costos de producción</a:t>
          </a:r>
        </a:p>
      </dgm:t>
    </dgm:pt>
    <dgm:pt modelId="{E583A822-2DD0-E042-96A3-6992FD0C40AD}" type="parTrans" cxnId="{F9B8EEBB-B06C-2E4F-90B8-CFDAB880E58C}">
      <dgm:prSet/>
      <dgm:spPr/>
      <dgm:t>
        <a:bodyPr/>
        <a:lstStyle/>
        <a:p>
          <a:endParaRPr lang="es-ES"/>
        </a:p>
      </dgm:t>
    </dgm:pt>
    <dgm:pt modelId="{4FD544B5-9DED-7C43-BB89-EBC5567BA8CB}" type="sibTrans" cxnId="{F9B8EEBB-B06C-2E4F-90B8-CFDAB880E58C}">
      <dgm:prSet/>
      <dgm:spPr/>
      <dgm:t>
        <a:bodyPr/>
        <a:lstStyle/>
        <a:p>
          <a:endParaRPr lang="es-ES"/>
        </a:p>
      </dgm:t>
    </dgm:pt>
    <dgm:pt modelId="{5EBAAFFC-C4D7-1D4B-94E3-E1D8097B176B}">
      <dgm:prSet/>
      <dgm:spPr/>
      <dgm:t>
        <a:bodyPr/>
        <a:lstStyle/>
        <a:p>
          <a:r>
            <a:rPr lang="es-ES" dirty="0"/>
            <a:t>Costos de operación</a:t>
          </a:r>
        </a:p>
      </dgm:t>
    </dgm:pt>
    <dgm:pt modelId="{335E175E-DF34-8D4F-80AA-4439AF5D8FED}" type="parTrans" cxnId="{B52803C6-A9DA-B842-ADB2-4A1851661A0B}">
      <dgm:prSet/>
      <dgm:spPr/>
      <dgm:t>
        <a:bodyPr/>
        <a:lstStyle/>
        <a:p>
          <a:endParaRPr lang="es-ES"/>
        </a:p>
      </dgm:t>
    </dgm:pt>
    <dgm:pt modelId="{326731B8-FA5C-7647-AFEC-FC764EF3EADD}" type="sibTrans" cxnId="{B52803C6-A9DA-B842-ADB2-4A1851661A0B}">
      <dgm:prSet/>
      <dgm:spPr/>
      <dgm:t>
        <a:bodyPr/>
        <a:lstStyle/>
        <a:p>
          <a:endParaRPr lang="es-ES"/>
        </a:p>
      </dgm:t>
    </dgm:pt>
    <dgm:pt modelId="{3837D1C8-397D-004B-AA2E-0819B82BD388}">
      <dgm:prSet/>
      <dgm:spPr/>
      <dgm:t>
        <a:bodyPr/>
        <a:lstStyle/>
        <a:p>
          <a:r>
            <a:rPr lang="es-ES" dirty="0"/>
            <a:t>Clase: primer dígito</a:t>
          </a:r>
        </a:p>
      </dgm:t>
    </dgm:pt>
    <dgm:pt modelId="{341AAA32-FBDF-D94C-BEE7-BA10383E0FA5}" type="parTrans" cxnId="{9E46FA58-1E09-3548-82E3-E4F643C224B8}">
      <dgm:prSet/>
      <dgm:spPr/>
      <dgm:t>
        <a:bodyPr/>
        <a:lstStyle/>
        <a:p>
          <a:endParaRPr lang="es-ES"/>
        </a:p>
      </dgm:t>
    </dgm:pt>
    <dgm:pt modelId="{CF89EBF4-BC0E-054E-BC2C-A07162FE6B89}" type="sibTrans" cxnId="{9E46FA58-1E09-3548-82E3-E4F643C224B8}">
      <dgm:prSet/>
      <dgm:spPr/>
      <dgm:t>
        <a:bodyPr/>
        <a:lstStyle/>
        <a:p>
          <a:endParaRPr lang="es-ES"/>
        </a:p>
      </dgm:t>
    </dgm:pt>
    <dgm:pt modelId="{5EA6BFCF-D3E8-3949-B4C3-F0EDB1A98FF1}">
      <dgm:prSet/>
      <dgm:spPr/>
      <dgm:t>
        <a:bodyPr/>
        <a:lstStyle/>
        <a:p>
          <a:r>
            <a:rPr lang="es-ES" dirty="0"/>
            <a:t>Grupo: dos primeros dígitos</a:t>
          </a:r>
        </a:p>
      </dgm:t>
    </dgm:pt>
    <dgm:pt modelId="{51E7620A-DEE6-9146-9BCD-EBDDF92E246E}" type="parTrans" cxnId="{3844DE67-2CA8-D64F-B8BC-FBD1C7495913}">
      <dgm:prSet/>
      <dgm:spPr/>
      <dgm:t>
        <a:bodyPr/>
        <a:lstStyle/>
        <a:p>
          <a:endParaRPr lang="es-ES"/>
        </a:p>
      </dgm:t>
    </dgm:pt>
    <dgm:pt modelId="{ACC32687-368E-1D41-A61C-2ECB20AE67F7}" type="sibTrans" cxnId="{3844DE67-2CA8-D64F-B8BC-FBD1C7495913}">
      <dgm:prSet/>
      <dgm:spPr/>
      <dgm:t>
        <a:bodyPr/>
        <a:lstStyle/>
        <a:p>
          <a:endParaRPr lang="es-ES"/>
        </a:p>
      </dgm:t>
    </dgm:pt>
    <dgm:pt modelId="{D642D207-E950-CA46-B6B8-DC67ACA07A75}">
      <dgm:prSet/>
      <dgm:spPr/>
      <dgm:t>
        <a:bodyPr/>
        <a:lstStyle/>
        <a:p>
          <a:r>
            <a:rPr lang="es-ES" dirty="0"/>
            <a:t>Cuenta: cuatro primeros dígitos</a:t>
          </a:r>
        </a:p>
      </dgm:t>
    </dgm:pt>
    <dgm:pt modelId="{DDE71663-5A11-B341-AE98-FAAFA4C8FB74}" type="parTrans" cxnId="{B84CD0EC-1D5C-8946-BCF5-B5544BFC061C}">
      <dgm:prSet/>
      <dgm:spPr/>
      <dgm:t>
        <a:bodyPr/>
        <a:lstStyle/>
        <a:p>
          <a:endParaRPr lang="es-ES"/>
        </a:p>
      </dgm:t>
    </dgm:pt>
    <dgm:pt modelId="{CA1C977E-E46B-ED41-BE70-72D22CFD0F70}" type="sibTrans" cxnId="{B84CD0EC-1D5C-8946-BCF5-B5544BFC061C}">
      <dgm:prSet/>
      <dgm:spPr/>
      <dgm:t>
        <a:bodyPr/>
        <a:lstStyle/>
        <a:p>
          <a:endParaRPr lang="es-ES"/>
        </a:p>
      </dgm:t>
    </dgm:pt>
    <dgm:pt modelId="{BA61C4AC-5E7B-7C40-8D10-18E4EE1DDF76}">
      <dgm:prSet/>
      <dgm:spPr/>
      <dgm:t>
        <a:bodyPr/>
        <a:lstStyle/>
        <a:p>
          <a:r>
            <a:rPr lang="es-ES" dirty="0"/>
            <a:t>Subcuenta: seis primeros dígitos</a:t>
          </a:r>
        </a:p>
      </dgm:t>
    </dgm:pt>
    <dgm:pt modelId="{829F9E46-6E38-F440-ABE9-8904E0937973}" type="parTrans" cxnId="{43C1D041-855F-794D-BD05-95CCE1572B8A}">
      <dgm:prSet/>
      <dgm:spPr/>
      <dgm:t>
        <a:bodyPr/>
        <a:lstStyle/>
        <a:p>
          <a:endParaRPr lang="es-ES"/>
        </a:p>
      </dgm:t>
    </dgm:pt>
    <dgm:pt modelId="{D1FE7151-30D2-0C42-B158-45217EF6687C}" type="sibTrans" cxnId="{43C1D041-855F-794D-BD05-95CCE1572B8A}">
      <dgm:prSet/>
      <dgm:spPr/>
      <dgm:t>
        <a:bodyPr/>
        <a:lstStyle/>
        <a:p>
          <a:endParaRPr lang="es-ES"/>
        </a:p>
      </dgm:t>
    </dgm:pt>
    <dgm:pt modelId="{65CD1EE5-D209-0447-9CC8-696997E581F2}">
      <dgm:prSet/>
      <dgm:spPr/>
      <dgm:t>
        <a:bodyPr/>
        <a:lstStyle/>
        <a:p>
          <a:r>
            <a:rPr lang="es-ES" dirty="0"/>
            <a:t>Debitar</a:t>
          </a:r>
        </a:p>
      </dgm:t>
    </dgm:pt>
    <dgm:pt modelId="{57A18FFB-8C5B-7446-ADCA-CD683A56ECE6}" type="parTrans" cxnId="{E1711210-8ADC-D142-8DEB-0ECDEB9AEB5D}">
      <dgm:prSet/>
      <dgm:spPr/>
      <dgm:t>
        <a:bodyPr/>
        <a:lstStyle/>
        <a:p>
          <a:endParaRPr lang="es-ES"/>
        </a:p>
      </dgm:t>
    </dgm:pt>
    <dgm:pt modelId="{BE386B14-3CDC-304C-B6C9-476AB93F8766}" type="sibTrans" cxnId="{E1711210-8ADC-D142-8DEB-0ECDEB9AEB5D}">
      <dgm:prSet/>
      <dgm:spPr/>
      <dgm:t>
        <a:bodyPr/>
        <a:lstStyle/>
        <a:p>
          <a:endParaRPr lang="es-ES"/>
        </a:p>
      </dgm:t>
    </dgm:pt>
    <dgm:pt modelId="{30F2889E-42BF-E14F-9B48-11311C90F292}">
      <dgm:prSet/>
      <dgm:spPr/>
      <dgm:t>
        <a:bodyPr/>
        <a:lstStyle/>
        <a:p>
          <a:r>
            <a:rPr lang="es-ES" dirty="0"/>
            <a:t>Acreditar</a:t>
          </a:r>
        </a:p>
      </dgm:t>
    </dgm:pt>
    <dgm:pt modelId="{B57D3ACB-6915-4C46-B70D-DFCF52B35F50}" type="parTrans" cxnId="{A0155EA0-5884-BF43-AB36-3F77F64781A9}">
      <dgm:prSet/>
      <dgm:spPr/>
      <dgm:t>
        <a:bodyPr/>
        <a:lstStyle/>
        <a:p>
          <a:endParaRPr lang="es-ES"/>
        </a:p>
      </dgm:t>
    </dgm:pt>
    <dgm:pt modelId="{D30718E2-011B-0C4E-91CF-E86F634CAA21}" type="sibTrans" cxnId="{A0155EA0-5884-BF43-AB36-3F77F64781A9}">
      <dgm:prSet/>
      <dgm:spPr/>
      <dgm:t>
        <a:bodyPr/>
        <a:lstStyle/>
        <a:p>
          <a:endParaRPr lang="es-ES"/>
        </a:p>
      </dgm:t>
    </dgm:pt>
    <dgm:pt modelId="{3D8E9610-8EA5-0443-96D7-C9F3E3B8B49A}">
      <dgm:prSet/>
      <dgm:spPr/>
      <dgm:t>
        <a:bodyPr/>
        <a:lstStyle/>
        <a:p>
          <a:r>
            <a:rPr lang="es-ES" dirty="0"/>
            <a:t>Movimiento débito</a:t>
          </a:r>
        </a:p>
      </dgm:t>
    </dgm:pt>
    <dgm:pt modelId="{39B3A9C1-A35F-6B49-8C03-9F3DB0DF30AC}" type="parTrans" cxnId="{6E7413F3-DD92-AF4B-A52E-6B0F1D382516}">
      <dgm:prSet/>
      <dgm:spPr/>
      <dgm:t>
        <a:bodyPr/>
        <a:lstStyle/>
        <a:p>
          <a:endParaRPr lang="es-ES"/>
        </a:p>
      </dgm:t>
    </dgm:pt>
    <dgm:pt modelId="{6F7BBEC8-A658-1345-9927-C25AD9EC71FD}" type="sibTrans" cxnId="{6E7413F3-DD92-AF4B-A52E-6B0F1D382516}">
      <dgm:prSet/>
      <dgm:spPr/>
      <dgm:t>
        <a:bodyPr/>
        <a:lstStyle/>
        <a:p>
          <a:endParaRPr lang="es-ES"/>
        </a:p>
      </dgm:t>
    </dgm:pt>
    <dgm:pt modelId="{7BBA3518-7363-E345-9A99-07E92EEAD9C8}">
      <dgm:prSet/>
      <dgm:spPr/>
      <dgm:t>
        <a:bodyPr/>
        <a:lstStyle/>
        <a:p>
          <a:r>
            <a:rPr lang="es-ES" dirty="0"/>
            <a:t>Movimiento crédito</a:t>
          </a:r>
        </a:p>
      </dgm:t>
    </dgm:pt>
    <dgm:pt modelId="{290EEAF5-E1EE-1141-B858-7F7AD464F588}" type="parTrans" cxnId="{501AC8B1-EDC8-484F-B868-E3E9B1D1705C}">
      <dgm:prSet/>
      <dgm:spPr/>
      <dgm:t>
        <a:bodyPr/>
        <a:lstStyle/>
        <a:p>
          <a:endParaRPr lang="es-ES"/>
        </a:p>
      </dgm:t>
    </dgm:pt>
    <dgm:pt modelId="{44693204-BBC1-4740-8C17-B2858FB0B31C}" type="sibTrans" cxnId="{501AC8B1-EDC8-484F-B868-E3E9B1D1705C}">
      <dgm:prSet/>
      <dgm:spPr/>
      <dgm:t>
        <a:bodyPr/>
        <a:lstStyle/>
        <a:p>
          <a:endParaRPr lang="es-ES"/>
        </a:p>
      </dgm:t>
    </dgm:pt>
    <dgm:pt modelId="{A44CEA0E-40C4-0D48-9E46-6A334DE8454C}">
      <dgm:prSet/>
      <dgm:spPr/>
      <dgm:t>
        <a:bodyPr/>
        <a:lstStyle/>
        <a:p>
          <a:r>
            <a:rPr lang="es-ES" dirty="0"/>
            <a:t>Saldo débito</a:t>
          </a:r>
        </a:p>
      </dgm:t>
    </dgm:pt>
    <dgm:pt modelId="{0279CA20-E231-D04B-9093-9E5FA05AA923}" type="parTrans" cxnId="{21B62DAC-8FDE-674B-ACA1-60EC762B804D}">
      <dgm:prSet/>
      <dgm:spPr/>
      <dgm:t>
        <a:bodyPr/>
        <a:lstStyle/>
        <a:p>
          <a:endParaRPr lang="es-ES"/>
        </a:p>
      </dgm:t>
    </dgm:pt>
    <dgm:pt modelId="{24322BA9-F489-D742-9083-98FA523E1B42}" type="sibTrans" cxnId="{21B62DAC-8FDE-674B-ACA1-60EC762B804D}">
      <dgm:prSet/>
      <dgm:spPr/>
      <dgm:t>
        <a:bodyPr/>
        <a:lstStyle/>
        <a:p>
          <a:endParaRPr lang="es-ES"/>
        </a:p>
      </dgm:t>
    </dgm:pt>
    <dgm:pt modelId="{A20F65A3-A710-E641-B6FB-99AA4ED33DBE}">
      <dgm:prSet/>
      <dgm:spPr/>
      <dgm:t>
        <a:bodyPr/>
        <a:lstStyle/>
        <a:p>
          <a:r>
            <a:rPr lang="es-ES" dirty="0"/>
            <a:t>Saldo crédito</a:t>
          </a:r>
        </a:p>
      </dgm:t>
    </dgm:pt>
    <dgm:pt modelId="{F16690AF-0AE2-EE4E-904D-D1C7D739BBEB}" type="parTrans" cxnId="{D0A00F84-2C43-C94F-9F3B-D09016A0CFB6}">
      <dgm:prSet/>
      <dgm:spPr/>
      <dgm:t>
        <a:bodyPr/>
        <a:lstStyle/>
        <a:p>
          <a:endParaRPr lang="es-ES"/>
        </a:p>
      </dgm:t>
    </dgm:pt>
    <dgm:pt modelId="{321AEE71-EA0E-D743-AB79-90BA83D85528}" type="sibTrans" cxnId="{D0A00F84-2C43-C94F-9F3B-D09016A0CFB6}">
      <dgm:prSet/>
      <dgm:spPr/>
      <dgm:t>
        <a:bodyPr/>
        <a:lstStyle/>
        <a:p>
          <a:endParaRPr lang="es-ES"/>
        </a:p>
      </dgm:t>
    </dgm:pt>
    <dgm:pt modelId="{1B5842C6-2294-DD41-AE92-4038B06362A1}">
      <dgm:prSet/>
      <dgm:spPr/>
      <dgm:t>
        <a:bodyPr/>
        <a:lstStyle/>
        <a:p>
          <a:r>
            <a:rPr lang="es-ES" b="1" dirty="0"/>
            <a:t>Reales o de balance</a:t>
          </a:r>
        </a:p>
      </dgm:t>
    </dgm:pt>
    <dgm:pt modelId="{E9CC292E-FEF2-1640-8FC2-493A09750EE8}" type="parTrans" cxnId="{FD1A077D-282A-1748-9A77-73CE751C5116}">
      <dgm:prSet/>
      <dgm:spPr/>
      <dgm:t>
        <a:bodyPr/>
        <a:lstStyle/>
        <a:p>
          <a:endParaRPr lang="es-ES"/>
        </a:p>
      </dgm:t>
    </dgm:pt>
    <dgm:pt modelId="{2A06459A-0FA5-3A4F-B648-324499A26F9B}" type="sibTrans" cxnId="{FD1A077D-282A-1748-9A77-73CE751C5116}">
      <dgm:prSet/>
      <dgm:spPr/>
      <dgm:t>
        <a:bodyPr/>
        <a:lstStyle/>
        <a:p>
          <a:endParaRPr lang="es-ES"/>
        </a:p>
      </dgm:t>
    </dgm:pt>
    <dgm:pt modelId="{33DAE7DA-1D80-0C4C-A95B-47725CCFBB57}">
      <dgm:prSet/>
      <dgm:spPr/>
      <dgm:t>
        <a:bodyPr/>
        <a:lstStyle/>
        <a:p>
          <a:r>
            <a:rPr lang="es-ES" b="1" dirty="0"/>
            <a:t>Nominales</a:t>
          </a:r>
        </a:p>
      </dgm:t>
    </dgm:pt>
    <dgm:pt modelId="{FD7F9BE7-E03F-9C49-B189-B6875E2407A7}" type="parTrans" cxnId="{9A47FE2C-D9AA-B640-92F5-8937A4F035A0}">
      <dgm:prSet/>
      <dgm:spPr/>
      <dgm:t>
        <a:bodyPr/>
        <a:lstStyle/>
        <a:p>
          <a:endParaRPr lang="es-ES"/>
        </a:p>
      </dgm:t>
    </dgm:pt>
    <dgm:pt modelId="{FB1231E6-5FE1-3346-B071-D16CB8BC85F7}" type="sibTrans" cxnId="{9A47FE2C-D9AA-B640-92F5-8937A4F035A0}">
      <dgm:prSet/>
      <dgm:spPr/>
      <dgm:t>
        <a:bodyPr/>
        <a:lstStyle/>
        <a:p>
          <a:endParaRPr lang="es-ES"/>
        </a:p>
      </dgm:t>
    </dgm:pt>
    <dgm:pt modelId="{AC0B6F88-2404-3A49-AE8A-8ADF8412EFA2}">
      <dgm:prSet/>
      <dgm:spPr/>
      <dgm:t>
        <a:bodyPr/>
        <a:lstStyle/>
        <a:p>
          <a:r>
            <a:rPr lang="es-ES" b="1" dirty="0"/>
            <a:t>De orden</a:t>
          </a:r>
        </a:p>
      </dgm:t>
    </dgm:pt>
    <dgm:pt modelId="{BB4A7794-C7AE-5B40-B606-7B76BB7AA373}" type="parTrans" cxnId="{56E9F270-3A75-1C48-B4CD-5C8705CE549B}">
      <dgm:prSet/>
      <dgm:spPr/>
      <dgm:t>
        <a:bodyPr/>
        <a:lstStyle/>
        <a:p>
          <a:endParaRPr lang="es-ES"/>
        </a:p>
      </dgm:t>
    </dgm:pt>
    <dgm:pt modelId="{CAE26B94-D7E0-0340-BFE3-FDAE7FEF71F9}" type="sibTrans" cxnId="{56E9F270-3A75-1C48-B4CD-5C8705CE549B}">
      <dgm:prSet/>
      <dgm:spPr/>
      <dgm:t>
        <a:bodyPr/>
        <a:lstStyle/>
        <a:p>
          <a:endParaRPr lang="es-ES"/>
        </a:p>
      </dgm:t>
    </dgm:pt>
    <dgm:pt modelId="{6D472E85-38B5-504B-B46B-44A8E5926EBC}">
      <dgm:prSet/>
      <dgm:spPr/>
      <dgm:t>
        <a:bodyPr/>
        <a:lstStyle/>
        <a:p>
          <a:r>
            <a:rPr lang="es-ES" b="1" dirty="0"/>
            <a:t>Activo: generan beneficios o servicios.</a:t>
          </a:r>
        </a:p>
      </dgm:t>
    </dgm:pt>
    <dgm:pt modelId="{B0D68D4A-711B-984C-8EF2-B94383BD6883}" type="parTrans" cxnId="{A785D849-4DCE-A74C-A35E-A5A24FC25668}">
      <dgm:prSet/>
      <dgm:spPr/>
      <dgm:t>
        <a:bodyPr/>
        <a:lstStyle/>
        <a:p>
          <a:endParaRPr lang="es-ES"/>
        </a:p>
      </dgm:t>
    </dgm:pt>
    <dgm:pt modelId="{05007439-E646-B44E-8E03-F3967362B7A1}" type="sibTrans" cxnId="{A785D849-4DCE-A74C-A35E-A5A24FC25668}">
      <dgm:prSet/>
      <dgm:spPr/>
      <dgm:t>
        <a:bodyPr/>
        <a:lstStyle/>
        <a:p>
          <a:endParaRPr lang="es-ES"/>
        </a:p>
      </dgm:t>
    </dgm:pt>
    <dgm:pt modelId="{C3DD8175-E53D-A64C-88EB-304AD138FAC5}">
      <dgm:prSet/>
      <dgm:spPr/>
      <dgm:t>
        <a:bodyPr/>
        <a:lstStyle/>
        <a:p>
          <a:r>
            <a:rPr lang="es-ES" b="1" dirty="0"/>
            <a:t>Corriente</a:t>
          </a:r>
        </a:p>
      </dgm:t>
    </dgm:pt>
    <dgm:pt modelId="{619CA725-BEF3-4347-8E20-AA79313D45EB}" type="parTrans" cxnId="{5DABFE1B-683A-F944-ADF8-C3C466C13BC5}">
      <dgm:prSet/>
      <dgm:spPr/>
      <dgm:t>
        <a:bodyPr/>
        <a:lstStyle/>
        <a:p>
          <a:endParaRPr lang="es-ES"/>
        </a:p>
      </dgm:t>
    </dgm:pt>
    <dgm:pt modelId="{C01160B8-6192-CF4D-A31A-1A1C84E4BD8C}" type="sibTrans" cxnId="{5DABFE1B-683A-F944-ADF8-C3C466C13BC5}">
      <dgm:prSet/>
      <dgm:spPr/>
      <dgm:t>
        <a:bodyPr/>
        <a:lstStyle/>
        <a:p>
          <a:endParaRPr lang="es-ES"/>
        </a:p>
      </dgm:t>
    </dgm:pt>
    <dgm:pt modelId="{20A5C131-062A-B24E-93D9-B73499BCD8C7}">
      <dgm:prSet/>
      <dgm:spPr/>
      <dgm:t>
        <a:bodyPr/>
        <a:lstStyle/>
        <a:p>
          <a:r>
            <a:rPr lang="es-ES" b="1" dirty="0"/>
            <a:t>No corriente</a:t>
          </a:r>
        </a:p>
      </dgm:t>
    </dgm:pt>
    <dgm:pt modelId="{41BBFDFC-98DE-3F40-8A51-34FF438DD8E7}" type="parTrans" cxnId="{EA0ABCDD-119F-2741-9D3D-18E6084867B7}">
      <dgm:prSet/>
      <dgm:spPr/>
      <dgm:t>
        <a:bodyPr/>
        <a:lstStyle/>
        <a:p>
          <a:endParaRPr lang="es-ES"/>
        </a:p>
      </dgm:t>
    </dgm:pt>
    <dgm:pt modelId="{765A86DA-EDB5-C74D-99BF-44E9986A1112}" type="sibTrans" cxnId="{EA0ABCDD-119F-2741-9D3D-18E6084867B7}">
      <dgm:prSet/>
      <dgm:spPr/>
      <dgm:t>
        <a:bodyPr/>
        <a:lstStyle/>
        <a:p>
          <a:endParaRPr lang="es-ES"/>
        </a:p>
      </dgm:t>
    </dgm:pt>
    <dgm:pt modelId="{AEA0FD23-6C84-A34E-A1C2-E49600F86F16}">
      <dgm:prSet/>
      <dgm:spPr/>
      <dgm:t>
        <a:bodyPr/>
        <a:lstStyle/>
        <a:p>
          <a:r>
            <a:rPr lang="es-ES" b="1" dirty="0"/>
            <a:t>Pasivo: tiene que haberse contabilizado.</a:t>
          </a:r>
        </a:p>
      </dgm:t>
    </dgm:pt>
    <dgm:pt modelId="{61492701-29C6-644B-A8BB-D195116C41A2}" type="parTrans" cxnId="{876C4D19-B456-3D4C-8E8D-4D2EA3814679}">
      <dgm:prSet/>
      <dgm:spPr/>
      <dgm:t>
        <a:bodyPr/>
        <a:lstStyle/>
        <a:p>
          <a:endParaRPr lang="es-ES"/>
        </a:p>
      </dgm:t>
    </dgm:pt>
    <dgm:pt modelId="{E9326909-0E10-2344-A050-392A46678A1C}" type="sibTrans" cxnId="{876C4D19-B456-3D4C-8E8D-4D2EA3814679}">
      <dgm:prSet/>
      <dgm:spPr/>
      <dgm:t>
        <a:bodyPr/>
        <a:lstStyle/>
        <a:p>
          <a:endParaRPr lang="es-ES"/>
        </a:p>
      </dgm:t>
    </dgm:pt>
    <dgm:pt modelId="{C7DE289B-2BF2-1D4D-A6D4-E94B6586057E}">
      <dgm:prSet/>
      <dgm:spPr/>
      <dgm:t>
        <a:bodyPr/>
        <a:lstStyle/>
        <a:p>
          <a:r>
            <a:rPr lang="es-ES" b="1" dirty="0"/>
            <a:t>Corriente</a:t>
          </a:r>
        </a:p>
      </dgm:t>
    </dgm:pt>
    <dgm:pt modelId="{17420ED7-3898-D04E-84DD-B945B333C7BF}" type="parTrans" cxnId="{371CDA93-7BAD-104A-B083-4CC4F34F8EE4}">
      <dgm:prSet/>
      <dgm:spPr/>
      <dgm:t>
        <a:bodyPr/>
        <a:lstStyle/>
        <a:p>
          <a:endParaRPr lang="es-ES"/>
        </a:p>
      </dgm:t>
    </dgm:pt>
    <dgm:pt modelId="{6AC2D07C-577B-594D-8A5D-8E61EBAFAF7F}" type="sibTrans" cxnId="{371CDA93-7BAD-104A-B083-4CC4F34F8EE4}">
      <dgm:prSet/>
      <dgm:spPr/>
      <dgm:t>
        <a:bodyPr/>
        <a:lstStyle/>
        <a:p>
          <a:endParaRPr lang="es-ES"/>
        </a:p>
      </dgm:t>
    </dgm:pt>
    <dgm:pt modelId="{3C26B6C6-C50C-A447-BC3A-74212E791630}">
      <dgm:prSet/>
      <dgm:spPr/>
      <dgm:t>
        <a:bodyPr/>
        <a:lstStyle/>
        <a:p>
          <a:r>
            <a:rPr lang="es-ES" b="1" dirty="0"/>
            <a:t>No corriente</a:t>
          </a:r>
        </a:p>
      </dgm:t>
    </dgm:pt>
    <dgm:pt modelId="{723B8A4F-E581-7848-881C-5FACDDAB9F2B}" type="parTrans" cxnId="{CA4C7495-5AF3-184B-9CAB-EE637E8A24F0}">
      <dgm:prSet/>
      <dgm:spPr/>
      <dgm:t>
        <a:bodyPr/>
        <a:lstStyle/>
        <a:p>
          <a:endParaRPr lang="es-ES"/>
        </a:p>
      </dgm:t>
    </dgm:pt>
    <dgm:pt modelId="{EF5E8410-3B85-C045-A390-E72DAD779052}" type="sibTrans" cxnId="{CA4C7495-5AF3-184B-9CAB-EE637E8A24F0}">
      <dgm:prSet/>
      <dgm:spPr/>
      <dgm:t>
        <a:bodyPr/>
        <a:lstStyle/>
        <a:p>
          <a:endParaRPr lang="es-ES"/>
        </a:p>
      </dgm:t>
    </dgm:pt>
    <dgm:pt modelId="{80F60F87-81E8-8449-9352-C9187A76836D}">
      <dgm:prSet/>
      <dgm:spPr/>
      <dgm:t>
        <a:bodyPr/>
        <a:lstStyle/>
        <a:p>
          <a:r>
            <a:rPr lang="es-ES" b="1" dirty="0"/>
            <a:t>Patrimonio: inversión de los propietarios.</a:t>
          </a:r>
        </a:p>
      </dgm:t>
    </dgm:pt>
    <dgm:pt modelId="{48737633-FC1E-654E-B2EA-348803B310D6}" type="parTrans" cxnId="{5A5DCD28-7892-9148-AC48-8C99881F8615}">
      <dgm:prSet/>
      <dgm:spPr/>
      <dgm:t>
        <a:bodyPr/>
        <a:lstStyle/>
        <a:p>
          <a:endParaRPr lang="es-ES"/>
        </a:p>
      </dgm:t>
    </dgm:pt>
    <dgm:pt modelId="{397B0A36-616B-2E4F-91A9-1104869E1C68}" type="sibTrans" cxnId="{5A5DCD28-7892-9148-AC48-8C99881F8615}">
      <dgm:prSet/>
      <dgm:spPr/>
      <dgm:t>
        <a:bodyPr/>
        <a:lstStyle/>
        <a:p>
          <a:endParaRPr lang="es-ES"/>
        </a:p>
      </dgm:t>
    </dgm:pt>
    <dgm:pt modelId="{7E85A872-46C8-6041-A9AA-498C665DDBC6}" type="pres">
      <dgm:prSet presAssocID="{B013E737-3055-3A43-86F7-BA9FFBE0C0F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D725428-EA70-2147-B72F-CCEEF9DF6810}" type="pres">
      <dgm:prSet presAssocID="{4CA5AAE6-E842-814C-922A-EA13A4487E1C}" presName="hierRoot1" presStyleCnt="0">
        <dgm:presLayoutVars>
          <dgm:hierBranch val="init"/>
        </dgm:presLayoutVars>
      </dgm:prSet>
      <dgm:spPr/>
    </dgm:pt>
    <dgm:pt modelId="{945C383D-B9FF-8D4F-98E7-D434678D63A8}" type="pres">
      <dgm:prSet presAssocID="{4CA5AAE6-E842-814C-922A-EA13A4487E1C}" presName="rootComposite1" presStyleCnt="0"/>
      <dgm:spPr/>
    </dgm:pt>
    <dgm:pt modelId="{389E53C9-041C-214E-AF05-C1EC5FA9867E}" type="pres">
      <dgm:prSet presAssocID="{4CA5AAE6-E842-814C-922A-EA13A4487E1C}" presName="rootText1" presStyleLbl="node0" presStyleIdx="0" presStyleCnt="1">
        <dgm:presLayoutVars>
          <dgm:chPref val="3"/>
        </dgm:presLayoutVars>
      </dgm:prSet>
      <dgm:spPr/>
    </dgm:pt>
    <dgm:pt modelId="{BE7799E8-DB58-254E-A275-4B5C0AB35976}" type="pres">
      <dgm:prSet presAssocID="{4CA5AAE6-E842-814C-922A-EA13A4487E1C}" presName="rootConnector1" presStyleLbl="node1" presStyleIdx="0" presStyleCnt="0"/>
      <dgm:spPr/>
    </dgm:pt>
    <dgm:pt modelId="{06875C6E-5553-7345-B1FF-028CD4B2175D}" type="pres">
      <dgm:prSet presAssocID="{4CA5AAE6-E842-814C-922A-EA13A4487E1C}" presName="hierChild2" presStyleCnt="0"/>
      <dgm:spPr/>
    </dgm:pt>
    <dgm:pt modelId="{87B21868-B9EB-B844-9EA5-3FD2144664F5}" type="pres">
      <dgm:prSet presAssocID="{24479812-F92E-1545-9AAA-C4369FEA9837}" presName="Name37" presStyleLbl="parChTrans1D2" presStyleIdx="0" presStyleCnt="6"/>
      <dgm:spPr/>
    </dgm:pt>
    <dgm:pt modelId="{4724DAF8-D017-4045-8EAC-4C269B51A542}" type="pres">
      <dgm:prSet presAssocID="{FD0A935B-2000-F441-B018-AAF5D626E099}" presName="hierRoot2" presStyleCnt="0">
        <dgm:presLayoutVars>
          <dgm:hierBranch val="init"/>
        </dgm:presLayoutVars>
      </dgm:prSet>
      <dgm:spPr/>
    </dgm:pt>
    <dgm:pt modelId="{B0651FA8-04B0-CF4F-94D1-D021733F04EB}" type="pres">
      <dgm:prSet presAssocID="{FD0A935B-2000-F441-B018-AAF5D626E099}" presName="rootComposite" presStyleCnt="0"/>
      <dgm:spPr/>
    </dgm:pt>
    <dgm:pt modelId="{82FF15B1-F984-774B-A4E1-6A8DC81D7D66}" type="pres">
      <dgm:prSet presAssocID="{FD0A935B-2000-F441-B018-AAF5D626E099}" presName="rootText" presStyleLbl="node2" presStyleIdx="0" presStyleCnt="6">
        <dgm:presLayoutVars>
          <dgm:chPref val="3"/>
        </dgm:presLayoutVars>
      </dgm:prSet>
      <dgm:spPr/>
    </dgm:pt>
    <dgm:pt modelId="{58E66071-80F5-4F42-9EB1-48E90EF236A0}" type="pres">
      <dgm:prSet presAssocID="{FD0A935B-2000-F441-B018-AAF5D626E099}" presName="rootConnector" presStyleLbl="node2" presStyleIdx="0" presStyleCnt="6"/>
      <dgm:spPr/>
    </dgm:pt>
    <dgm:pt modelId="{7F262D1D-D6B5-4548-8F51-4B2942132164}" type="pres">
      <dgm:prSet presAssocID="{FD0A935B-2000-F441-B018-AAF5D626E099}" presName="hierChild4" presStyleCnt="0"/>
      <dgm:spPr/>
    </dgm:pt>
    <dgm:pt modelId="{78813731-1BE3-0748-89F5-754535518510}" type="pres">
      <dgm:prSet presAssocID="{BE81D1A4-0613-C547-B78D-94EF6E15E2D4}" presName="Name37" presStyleLbl="parChTrans1D3" presStyleIdx="0" presStyleCnt="22"/>
      <dgm:spPr/>
    </dgm:pt>
    <dgm:pt modelId="{199F4E8A-3054-854F-BBFE-4F7E17F6861D}" type="pres">
      <dgm:prSet presAssocID="{922811F2-AB8D-CB4A-A581-5F1277B85A17}" presName="hierRoot2" presStyleCnt="0">
        <dgm:presLayoutVars>
          <dgm:hierBranch val="init"/>
        </dgm:presLayoutVars>
      </dgm:prSet>
      <dgm:spPr/>
    </dgm:pt>
    <dgm:pt modelId="{59A46350-5D62-E24C-8C50-23DC6C7A0D58}" type="pres">
      <dgm:prSet presAssocID="{922811F2-AB8D-CB4A-A581-5F1277B85A17}" presName="rootComposite" presStyleCnt="0"/>
      <dgm:spPr/>
    </dgm:pt>
    <dgm:pt modelId="{B9C76D11-6082-2D4D-BC13-A3977F8E7C7A}" type="pres">
      <dgm:prSet presAssocID="{922811F2-AB8D-CB4A-A581-5F1277B85A17}" presName="rootText" presStyleLbl="node3" presStyleIdx="0" presStyleCnt="22">
        <dgm:presLayoutVars>
          <dgm:chPref val="3"/>
        </dgm:presLayoutVars>
      </dgm:prSet>
      <dgm:spPr/>
    </dgm:pt>
    <dgm:pt modelId="{311419FD-991D-EF4F-8780-3EBCA918CC2F}" type="pres">
      <dgm:prSet presAssocID="{922811F2-AB8D-CB4A-A581-5F1277B85A17}" presName="rootConnector" presStyleLbl="node3" presStyleIdx="0" presStyleCnt="22"/>
      <dgm:spPr/>
    </dgm:pt>
    <dgm:pt modelId="{1828DD6E-77CF-B544-B3DE-7339FE5688EE}" type="pres">
      <dgm:prSet presAssocID="{922811F2-AB8D-CB4A-A581-5F1277B85A17}" presName="hierChild4" presStyleCnt="0"/>
      <dgm:spPr/>
    </dgm:pt>
    <dgm:pt modelId="{E9B4727E-BFCF-774B-A3F7-75967D0BCDE4}" type="pres">
      <dgm:prSet presAssocID="{922811F2-AB8D-CB4A-A581-5F1277B85A17}" presName="hierChild5" presStyleCnt="0"/>
      <dgm:spPr/>
    </dgm:pt>
    <dgm:pt modelId="{EC9BD4BA-B6CE-A747-BA52-B4BA3F3FBAFA}" type="pres">
      <dgm:prSet presAssocID="{E876C77D-945E-B544-BC4E-ADED647D234E}" presName="Name37" presStyleLbl="parChTrans1D3" presStyleIdx="1" presStyleCnt="22"/>
      <dgm:spPr/>
    </dgm:pt>
    <dgm:pt modelId="{6007C6E5-8EF0-6848-A7E7-4580A745F6FE}" type="pres">
      <dgm:prSet presAssocID="{F96DD9C8-5E66-0542-B1B3-992E65713F21}" presName="hierRoot2" presStyleCnt="0">
        <dgm:presLayoutVars>
          <dgm:hierBranch val="init"/>
        </dgm:presLayoutVars>
      </dgm:prSet>
      <dgm:spPr/>
    </dgm:pt>
    <dgm:pt modelId="{D3EA5490-265E-2B4A-AAB0-337852CFA30F}" type="pres">
      <dgm:prSet presAssocID="{F96DD9C8-5E66-0542-B1B3-992E65713F21}" presName="rootComposite" presStyleCnt="0"/>
      <dgm:spPr/>
    </dgm:pt>
    <dgm:pt modelId="{8E623262-5757-BC43-A2EC-9848D7B0A104}" type="pres">
      <dgm:prSet presAssocID="{F96DD9C8-5E66-0542-B1B3-992E65713F21}" presName="rootText" presStyleLbl="node3" presStyleIdx="1" presStyleCnt="22">
        <dgm:presLayoutVars>
          <dgm:chPref val="3"/>
        </dgm:presLayoutVars>
      </dgm:prSet>
      <dgm:spPr/>
    </dgm:pt>
    <dgm:pt modelId="{F6D14AC5-68A9-544D-A923-425CD66F0BE5}" type="pres">
      <dgm:prSet presAssocID="{F96DD9C8-5E66-0542-B1B3-992E65713F21}" presName="rootConnector" presStyleLbl="node3" presStyleIdx="1" presStyleCnt="22"/>
      <dgm:spPr/>
    </dgm:pt>
    <dgm:pt modelId="{D8FDEF5F-A4B2-754D-AD83-1ECE9FFA44EB}" type="pres">
      <dgm:prSet presAssocID="{F96DD9C8-5E66-0542-B1B3-992E65713F21}" presName="hierChild4" presStyleCnt="0"/>
      <dgm:spPr/>
    </dgm:pt>
    <dgm:pt modelId="{D9297DD0-63D7-5644-899A-FC1A000BD665}" type="pres">
      <dgm:prSet presAssocID="{F96DD9C8-5E66-0542-B1B3-992E65713F21}" presName="hierChild5" presStyleCnt="0"/>
      <dgm:spPr/>
    </dgm:pt>
    <dgm:pt modelId="{2AFD5995-C4D5-D34E-BCDB-3C9A8638D790}" type="pres">
      <dgm:prSet presAssocID="{95B3A710-CB29-C24C-85C1-061A5D298032}" presName="Name37" presStyleLbl="parChTrans1D3" presStyleIdx="2" presStyleCnt="22"/>
      <dgm:spPr/>
    </dgm:pt>
    <dgm:pt modelId="{745EF022-276F-7A45-801B-E62EF7A3F480}" type="pres">
      <dgm:prSet presAssocID="{D6F8A916-CC4E-BE41-AF3F-C918C75A0C77}" presName="hierRoot2" presStyleCnt="0">
        <dgm:presLayoutVars>
          <dgm:hierBranch val="init"/>
        </dgm:presLayoutVars>
      </dgm:prSet>
      <dgm:spPr/>
    </dgm:pt>
    <dgm:pt modelId="{FA73A9AE-4358-FB42-8817-286A70B1752A}" type="pres">
      <dgm:prSet presAssocID="{D6F8A916-CC4E-BE41-AF3F-C918C75A0C77}" presName="rootComposite" presStyleCnt="0"/>
      <dgm:spPr/>
    </dgm:pt>
    <dgm:pt modelId="{4AE6ABEE-00B2-564C-B839-70B87558C563}" type="pres">
      <dgm:prSet presAssocID="{D6F8A916-CC4E-BE41-AF3F-C918C75A0C77}" presName="rootText" presStyleLbl="node3" presStyleIdx="2" presStyleCnt="22">
        <dgm:presLayoutVars>
          <dgm:chPref val="3"/>
        </dgm:presLayoutVars>
      </dgm:prSet>
      <dgm:spPr/>
    </dgm:pt>
    <dgm:pt modelId="{223257FE-93C0-FE4F-A7C7-FB86E65355C3}" type="pres">
      <dgm:prSet presAssocID="{D6F8A916-CC4E-BE41-AF3F-C918C75A0C77}" presName="rootConnector" presStyleLbl="node3" presStyleIdx="2" presStyleCnt="22"/>
      <dgm:spPr/>
    </dgm:pt>
    <dgm:pt modelId="{AA04BB64-7AD4-2E48-BAFD-A316A929CD93}" type="pres">
      <dgm:prSet presAssocID="{D6F8A916-CC4E-BE41-AF3F-C918C75A0C77}" presName="hierChild4" presStyleCnt="0"/>
      <dgm:spPr/>
    </dgm:pt>
    <dgm:pt modelId="{D93EF324-E75E-7A4B-9DC4-E262831FBC1D}" type="pres">
      <dgm:prSet presAssocID="{D6F8A916-CC4E-BE41-AF3F-C918C75A0C77}" presName="hierChild5" presStyleCnt="0"/>
      <dgm:spPr/>
    </dgm:pt>
    <dgm:pt modelId="{EAF6FA01-96AD-B147-A2A2-A54B08F63B58}" type="pres">
      <dgm:prSet presAssocID="{FD0A935B-2000-F441-B018-AAF5D626E099}" presName="hierChild5" presStyleCnt="0"/>
      <dgm:spPr/>
    </dgm:pt>
    <dgm:pt modelId="{5F70F774-1F54-5044-BE50-34BCCFE9A255}" type="pres">
      <dgm:prSet presAssocID="{B93031C5-BDAF-6A40-BFA8-E15D50C6562C}" presName="Name37" presStyleLbl="parChTrans1D2" presStyleIdx="1" presStyleCnt="6"/>
      <dgm:spPr/>
    </dgm:pt>
    <dgm:pt modelId="{40E6DF93-309E-D54A-A4EA-6B5239B45432}" type="pres">
      <dgm:prSet presAssocID="{5DFE6A49-7123-844B-924F-3DC4DBF8F3B0}" presName="hierRoot2" presStyleCnt="0">
        <dgm:presLayoutVars>
          <dgm:hierBranch val="init"/>
        </dgm:presLayoutVars>
      </dgm:prSet>
      <dgm:spPr/>
    </dgm:pt>
    <dgm:pt modelId="{053A067F-E28A-A746-988F-01F11C505BB5}" type="pres">
      <dgm:prSet presAssocID="{5DFE6A49-7123-844B-924F-3DC4DBF8F3B0}" presName="rootComposite" presStyleCnt="0"/>
      <dgm:spPr/>
    </dgm:pt>
    <dgm:pt modelId="{4E78ED85-9085-834F-B859-3FADF80004F1}" type="pres">
      <dgm:prSet presAssocID="{5DFE6A49-7123-844B-924F-3DC4DBF8F3B0}" presName="rootText" presStyleLbl="node2" presStyleIdx="1" presStyleCnt="6">
        <dgm:presLayoutVars>
          <dgm:chPref val="3"/>
        </dgm:presLayoutVars>
      </dgm:prSet>
      <dgm:spPr/>
    </dgm:pt>
    <dgm:pt modelId="{F5D3ED6B-FE6A-A84F-BA5E-029B5B2A1CF8}" type="pres">
      <dgm:prSet presAssocID="{5DFE6A49-7123-844B-924F-3DC4DBF8F3B0}" presName="rootConnector" presStyleLbl="node2" presStyleIdx="1" presStyleCnt="6"/>
      <dgm:spPr/>
    </dgm:pt>
    <dgm:pt modelId="{03AAAA16-2E3E-BA4B-BD5B-B67CF8A16F2A}" type="pres">
      <dgm:prSet presAssocID="{5DFE6A49-7123-844B-924F-3DC4DBF8F3B0}" presName="hierChild4" presStyleCnt="0"/>
      <dgm:spPr/>
    </dgm:pt>
    <dgm:pt modelId="{CFC86CE6-AACD-5645-A6BB-917ADD63444A}" type="pres">
      <dgm:prSet presAssocID="{315862AF-A642-7E40-8BBF-F71BE81CED89}" presName="Name37" presStyleLbl="parChTrans1D3" presStyleIdx="3" presStyleCnt="22"/>
      <dgm:spPr/>
    </dgm:pt>
    <dgm:pt modelId="{8396C8C3-57EE-E348-9B19-E7CA78AEBF67}" type="pres">
      <dgm:prSet presAssocID="{965E04A2-3BDB-344A-8E03-8DF7C9E99E57}" presName="hierRoot2" presStyleCnt="0">
        <dgm:presLayoutVars>
          <dgm:hierBranch val="init"/>
        </dgm:presLayoutVars>
      </dgm:prSet>
      <dgm:spPr/>
    </dgm:pt>
    <dgm:pt modelId="{0FF25C60-D628-364A-A4C6-4FCF5707CAB9}" type="pres">
      <dgm:prSet presAssocID="{965E04A2-3BDB-344A-8E03-8DF7C9E99E57}" presName="rootComposite" presStyleCnt="0"/>
      <dgm:spPr/>
    </dgm:pt>
    <dgm:pt modelId="{087DE2F9-2A04-ED41-B260-B7B2CB1F122E}" type="pres">
      <dgm:prSet presAssocID="{965E04A2-3BDB-344A-8E03-8DF7C9E99E57}" presName="rootText" presStyleLbl="node3" presStyleIdx="3" presStyleCnt="22">
        <dgm:presLayoutVars>
          <dgm:chPref val="3"/>
        </dgm:presLayoutVars>
      </dgm:prSet>
      <dgm:spPr/>
    </dgm:pt>
    <dgm:pt modelId="{59B74B86-7133-1844-99A4-A6AE9212C083}" type="pres">
      <dgm:prSet presAssocID="{965E04A2-3BDB-344A-8E03-8DF7C9E99E57}" presName="rootConnector" presStyleLbl="node3" presStyleIdx="3" presStyleCnt="22"/>
      <dgm:spPr/>
    </dgm:pt>
    <dgm:pt modelId="{730F9A7A-B256-6D45-BD92-0C7C1AE66E5B}" type="pres">
      <dgm:prSet presAssocID="{965E04A2-3BDB-344A-8E03-8DF7C9E99E57}" presName="hierChild4" presStyleCnt="0"/>
      <dgm:spPr/>
    </dgm:pt>
    <dgm:pt modelId="{BE670A58-E583-8044-8AC5-2BA78670E5EF}" type="pres">
      <dgm:prSet presAssocID="{965E04A2-3BDB-344A-8E03-8DF7C9E99E57}" presName="hierChild5" presStyleCnt="0"/>
      <dgm:spPr/>
    </dgm:pt>
    <dgm:pt modelId="{02828AE0-3883-3247-98ED-45B450CD9C3C}" type="pres">
      <dgm:prSet presAssocID="{15167AC0-BB47-084F-B224-6480BB71A3B3}" presName="Name37" presStyleLbl="parChTrans1D3" presStyleIdx="4" presStyleCnt="22"/>
      <dgm:spPr/>
    </dgm:pt>
    <dgm:pt modelId="{88D47BE0-9FC6-3B47-9EFA-21EEDEC34609}" type="pres">
      <dgm:prSet presAssocID="{9F0C836F-7130-4441-AFF1-57394A4BA0BA}" presName="hierRoot2" presStyleCnt="0">
        <dgm:presLayoutVars>
          <dgm:hierBranch val="init"/>
        </dgm:presLayoutVars>
      </dgm:prSet>
      <dgm:spPr/>
    </dgm:pt>
    <dgm:pt modelId="{BF7DB8CB-73B0-B544-BD12-2E32797DBED0}" type="pres">
      <dgm:prSet presAssocID="{9F0C836F-7130-4441-AFF1-57394A4BA0BA}" presName="rootComposite" presStyleCnt="0"/>
      <dgm:spPr/>
    </dgm:pt>
    <dgm:pt modelId="{6F79DB36-34D7-9242-9F91-AE3F4DE7060E}" type="pres">
      <dgm:prSet presAssocID="{9F0C836F-7130-4441-AFF1-57394A4BA0BA}" presName="rootText" presStyleLbl="node3" presStyleIdx="4" presStyleCnt="22">
        <dgm:presLayoutVars>
          <dgm:chPref val="3"/>
        </dgm:presLayoutVars>
      </dgm:prSet>
      <dgm:spPr/>
    </dgm:pt>
    <dgm:pt modelId="{BA66C627-962F-0E47-BE4D-4F359213A80D}" type="pres">
      <dgm:prSet presAssocID="{9F0C836F-7130-4441-AFF1-57394A4BA0BA}" presName="rootConnector" presStyleLbl="node3" presStyleIdx="4" presStyleCnt="22"/>
      <dgm:spPr/>
    </dgm:pt>
    <dgm:pt modelId="{2E9BE8CC-A755-5347-8E3B-A5A0C737A4B9}" type="pres">
      <dgm:prSet presAssocID="{9F0C836F-7130-4441-AFF1-57394A4BA0BA}" presName="hierChild4" presStyleCnt="0"/>
      <dgm:spPr/>
    </dgm:pt>
    <dgm:pt modelId="{0274308A-4B62-D447-9307-5FD550A053C2}" type="pres">
      <dgm:prSet presAssocID="{9F0C836F-7130-4441-AFF1-57394A4BA0BA}" presName="hierChild5" presStyleCnt="0"/>
      <dgm:spPr/>
    </dgm:pt>
    <dgm:pt modelId="{44263122-1846-454E-A53A-34FE815852C0}" type="pres">
      <dgm:prSet presAssocID="{54E61502-81F3-1540-8CC7-A077868DE002}" presName="Name37" presStyleLbl="parChTrans1D3" presStyleIdx="5" presStyleCnt="22"/>
      <dgm:spPr/>
    </dgm:pt>
    <dgm:pt modelId="{7EA0E998-0541-B64E-B5F5-A9270C53BC9C}" type="pres">
      <dgm:prSet presAssocID="{7C76B141-BC3B-FB48-B1EC-6CB2ED8EF919}" presName="hierRoot2" presStyleCnt="0">
        <dgm:presLayoutVars>
          <dgm:hierBranch val="init"/>
        </dgm:presLayoutVars>
      </dgm:prSet>
      <dgm:spPr/>
    </dgm:pt>
    <dgm:pt modelId="{35D1A1B7-BF14-9C4C-83E9-C54632CA5726}" type="pres">
      <dgm:prSet presAssocID="{7C76B141-BC3B-FB48-B1EC-6CB2ED8EF919}" presName="rootComposite" presStyleCnt="0"/>
      <dgm:spPr/>
    </dgm:pt>
    <dgm:pt modelId="{D7B65C47-67B3-0C4A-9683-A134CBB7054E}" type="pres">
      <dgm:prSet presAssocID="{7C76B141-BC3B-FB48-B1EC-6CB2ED8EF919}" presName="rootText" presStyleLbl="node3" presStyleIdx="5" presStyleCnt="22">
        <dgm:presLayoutVars>
          <dgm:chPref val="3"/>
        </dgm:presLayoutVars>
      </dgm:prSet>
      <dgm:spPr/>
    </dgm:pt>
    <dgm:pt modelId="{933D9751-D6C1-AC41-8515-470FBCC755DD}" type="pres">
      <dgm:prSet presAssocID="{7C76B141-BC3B-FB48-B1EC-6CB2ED8EF919}" presName="rootConnector" presStyleLbl="node3" presStyleIdx="5" presStyleCnt="22"/>
      <dgm:spPr/>
    </dgm:pt>
    <dgm:pt modelId="{05A4FC3B-38BB-4F41-AAFB-D833C76CA08C}" type="pres">
      <dgm:prSet presAssocID="{7C76B141-BC3B-FB48-B1EC-6CB2ED8EF919}" presName="hierChild4" presStyleCnt="0"/>
      <dgm:spPr/>
    </dgm:pt>
    <dgm:pt modelId="{7EF6FC7D-AC9A-EC4A-9053-FF637FC7331E}" type="pres">
      <dgm:prSet presAssocID="{7C76B141-BC3B-FB48-B1EC-6CB2ED8EF919}" presName="hierChild5" presStyleCnt="0"/>
      <dgm:spPr/>
    </dgm:pt>
    <dgm:pt modelId="{A7E7B779-0F03-8643-8B77-D6750FA8B7B2}" type="pres">
      <dgm:prSet presAssocID="{6D6DF472-84A5-8948-8FB4-803622035365}" presName="Name37" presStyleLbl="parChTrans1D3" presStyleIdx="6" presStyleCnt="22"/>
      <dgm:spPr/>
    </dgm:pt>
    <dgm:pt modelId="{07579888-941C-924F-9814-75866392A259}" type="pres">
      <dgm:prSet presAssocID="{A7D973F9-1848-0E43-AE9D-7A770965D70B}" presName="hierRoot2" presStyleCnt="0">
        <dgm:presLayoutVars>
          <dgm:hierBranch val="init"/>
        </dgm:presLayoutVars>
      </dgm:prSet>
      <dgm:spPr/>
    </dgm:pt>
    <dgm:pt modelId="{44CECE2A-1AD2-4E47-BF9B-E867AD99F5EE}" type="pres">
      <dgm:prSet presAssocID="{A7D973F9-1848-0E43-AE9D-7A770965D70B}" presName="rootComposite" presStyleCnt="0"/>
      <dgm:spPr/>
    </dgm:pt>
    <dgm:pt modelId="{ADDCA940-942A-BA4D-9B50-949EB1807042}" type="pres">
      <dgm:prSet presAssocID="{A7D973F9-1848-0E43-AE9D-7A770965D70B}" presName="rootText" presStyleLbl="node3" presStyleIdx="6" presStyleCnt="22">
        <dgm:presLayoutVars>
          <dgm:chPref val="3"/>
        </dgm:presLayoutVars>
      </dgm:prSet>
      <dgm:spPr/>
    </dgm:pt>
    <dgm:pt modelId="{FDF75ADA-F3CA-DD41-A470-475CA6849A52}" type="pres">
      <dgm:prSet presAssocID="{A7D973F9-1848-0E43-AE9D-7A770965D70B}" presName="rootConnector" presStyleLbl="node3" presStyleIdx="6" presStyleCnt="22"/>
      <dgm:spPr/>
    </dgm:pt>
    <dgm:pt modelId="{2282E93A-3323-544B-B70B-752346C12C34}" type="pres">
      <dgm:prSet presAssocID="{A7D973F9-1848-0E43-AE9D-7A770965D70B}" presName="hierChild4" presStyleCnt="0"/>
      <dgm:spPr/>
    </dgm:pt>
    <dgm:pt modelId="{A66EC4D6-6BE2-1F43-851B-6F4274E0B008}" type="pres">
      <dgm:prSet presAssocID="{A7D973F9-1848-0E43-AE9D-7A770965D70B}" presName="hierChild5" presStyleCnt="0"/>
      <dgm:spPr/>
    </dgm:pt>
    <dgm:pt modelId="{B9113A5F-70EF-C34F-970E-11EA8DE2F94B}" type="pres">
      <dgm:prSet presAssocID="{D0DFDDEC-9846-9649-B99C-53D72E44171B}" presName="Name37" presStyleLbl="parChTrans1D3" presStyleIdx="7" presStyleCnt="22"/>
      <dgm:spPr/>
    </dgm:pt>
    <dgm:pt modelId="{A5595A6B-C038-2C45-9874-C247A5B53D68}" type="pres">
      <dgm:prSet presAssocID="{AABC591D-9124-9B47-809F-35A216B246E8}" presName="hierRoot2" presStyleCnt="0">
        <dgm:presLayoutVars>
          <dgm:hierBranch val="init"/>
        </dgm:presLayoutVars>
      </dgm:prSet>
      <dgm:spPr/>
    </dgm:pt>
    <dgm:pt modelId="{A443C8EB-EC10-A64A-8E1F-99FE8450F250}" type="pres">
      <dgm:prSet presAssocID="{AABC591D-9124-9B47-809F-35A216B246E8}" presName="rootComposite" presStyleCnt="0"/>
      <dgm:spPr/>
    </dgm:pt>
    <dgm:pt modelId="{0172073F-9004-0A4E-A46B-CA59CDF3B3BA}" type="pres">
      <dgm:prSet presAssocID="{AABC591D-9124-9B47-809F-35A216B246E8}" presName="rootText" presStyleLbl="node3" presStyleIdx="7" presStyleCnt="22">
        <dgm:presLayoutVars>
          <dgm:chPref val="3"/>
        </dgm:presLayoutVars>
      </dgm:prSet>
      <dgm:spPr/>
    </dgm:pt>
    <dgm:pt modelId="{D62D86D6-036A-FA4A-82D5-7852E56ED898}" type="pres">
      <dgm:prSet presAssocID="{AABC591D-9124-9B47-809F-35A216B246E8}" presName="rootConnector" presStyleLbl="node3" presStyleIdx="7" presStyleCnt="22"/>
      <dgm:spPr/>
    </dgm:pt>
    <dgm:pt modelId="{8EF7C7E6-F0F8-D848-836A-A26DBC080D14}" type="pres">
      <dgm:prSet presAssocID="{AABC591D-9124-9B47-809F-35A216B246E8}" presName="hierChild4" presStyleCnt="0"/>
      <dgm:spPr/>
    </dgm:pt>
    <dgm:pt modelId="{D847CB77-E420-2B4F-A5D8-A16A9FA5A7E3}" type="pres">
      <dgm:prSet presAssocID="{AABC591D-9124-9B47-809F-35A216B246E8}" presName="hierChild5" presStyleCnt="0"/>
      <dgm:spPr/>
    </dgm:pt>
    <dgm:pt modelId="{18474550-FFF8-8C4D-A0D8-ECD9B49B5CC1}" type="pres">
      <dgm:prSet presAssocID="{EE787C3F-DB93-AE4F-8D4C-AA28EB528BCA}" presName="Name37" presStyleLbl="parChTrans1D3" presStyleIdx="8" presStyleCnt="22"/>
      <dgm:spPr/>
    </dgm:pt>
    <dgm:pt modelId="{34270A0F-48EC-8C4C-AA76-F77C8C17FCB8}" type="pres">
      <dgm:prSet presAssocID="{CA360E9F-B4CB-5E4A-8CAF-1548861C03F1}" presName="hierRoot2" presStyleCnt="0">
        <dgm:presLayoutVars>
          <dgm:hierBranch val="init"/>
        </dgm:presLayoutVars>
      </dgm:prSet>
      <dgm:spPr/>
    </dgm:pt>
    <dgm:pt modelId="{F41245AF-1019-6A43-9676-5C874A2E280A}" type="pres">
      <dgm:prSet presAssocID="{CA360E9F-B4CB-5E4A-8CAF-1548861C03F1}" presName="rootComposite" presStyleCnt="0"/>
      <dgm:spPr/>
    </dgm:pt>
    <dgm:pt modelId="{A700FD91-090C-774D-BE3C-2229A09C199B}" type="pres">
      <dgm:prSet presAssocID="{CA360E9F-B4CB-5E4A-8CAF-1548861C03F1}" presName="rootText" presStyleLbl="node3" presStyleIdx="8" presStyleCnt="22">
        <dgm:presLayoutVars>
          <dgm:chPref val="3"/>
        </dgm:presLayoutVars>
      </dgm:prSet>
      <dgm:spPr/>
    </dgm:pt>
    <dgm:pt modelId="{1A4E91C4-7F8A-5643-831C-C058DFA57501}" type="pres">
      <dgm:prSet presAssocID="{CA360E9F-B4CB-5E4A-8CAF-1548861C03F1}" presName="rootConnector" presStyleLbl="node3" presStyleIdx="8" presStyleCnt="22"/>
      <dgm:spPr/>
    </dgm:pt>
    <dgm:pt modelId="{C944F22E-AD05-4543-9866-27FC18171772}" type="pres">
      <dgm:prSet presAssocID="{CA360E9F-B4CB-5E4A-8CAF-1548861C03F1}" presName="hierChild4" presStyleCnt="0"/>
      <dgm:spPr/>
    </dgm:pt>
    <dgm:pt modelId="{467295A1-2E63-944A-97BE-2B1ECDFBE9C0}" type="pres">
      <dgm:prSet presAssocID="{CA360E9F-B4CB-5E4A-8CAF-1548861C03F1}" presName="hierChild5" presStyleCnt="0"/>
      <dgm:spPr/>
    </dgm:pt>
    <dgm:pt modelId="{8D702E2A-3FEE-7749-AD14-8575444AD77C}" type="pres">
      <dgm:prSet presAssocID="{64CA3E20-249D-6746-A5AB-A77FFFF75B80}" presName="Name37" presStyleLbl="parChTrans1D3" presStyleIdx="9" presStyleCnt="22"/>
      <dgm:spPr/>
    </dgm:pt>
    <dgm:pt modelId="{2775800E-A871-8846-84A5-7166C8D355C4}" type="pres">
      <dgm:prSet presAssocID="{1A5357EF-1552-CA43-A094-9839E65423CE}" presName="hierRoot2" presStyleCnt="0">
        <dgm:presLayoutVars>
          <dgm:hierBranch val="init"/>
        </dgm:presLayoutVars>
      </dgm:prSet>
      <dgm:spPr/>
    </dgm:pt>
    <dgm:pt modelId="{32CBDBCF-4402-964B-A688-F77A3F32F9BE}" type="pres">
      <dgm:prSet presAssocID="{1A5357EF-1552-CA43-A094-9839E65423CE}" presName="rootComposite" presStyleCnt="0"/>
      <dgm:spPr/>
    </dgm:pt>
    <dgm:pt modelId="{F49CD44F-1016-444C-8987-B1056767E223}" type="pres">
      <dgm:prSet presAssocID="{1A5357EF-1552-CA43-A094-9839E65423CE}" presName="rootText" presStyleLbl="node3" presStyleIdx="9" presStyleCnt="22">
        <dgm:presLayoutVars>
          <dgm:chPref val="3"/>
        </dgm:presLayoutVars>
      </dgm:prSet>
      <dgm:spPr/>
    </dgm:pt>
    <dgm:pt modelId="{7C6114FA-7FE5-CE41-9464-FC7F52D3D94B}" type="pres">
      <dgm:prSet presAssocID="{1A5357EF-1552-CA43-A094-9839E65423CE}" presName="rootConnector" presStyleLbl="node3" presStyleIdx="9" presStyleCnt="22"/>
      <dgm:spPr/>
    </dgm:pt>
    <dgm:pt modelId="{F18B8E9C-A8F5-2445-86C3-FBB1EA22AAED}" type="pres">
      <dgm:prSet presAssocID="{1A5357EF-1552-CA43-A094-9839E65423CE}" presName="hierChild4" presStyleCnt="0"/>
      <dgm:spPr/>
    </dgm:pt>
    <dgm:pt modelId="{8B068027-D8B8-3848-A902-2F8CBDC3A4DD}" type="pres">
      <dgm:prSet presAssocID="{1A5357EF-1552-CA43-A094-9839E65423CE}" presName="hierChild5" presStyleCnt="0"/>
      <dgm:spPr/>
    </dgm:pt>
    <dgm:pt modelId="{EAE337F8-5720-B041-9D3B-7EEB65C898C6}" type="pres">
      <dgm:prSet presAssocID="{35CA2863-982E-1D49-A9A2-1EDC1AC7B6E2}" presName="Name37" presStyleLbl="parChTrans1D3" presStyleIdx="10" presStyleCnt="22"/>
      <dgm:spPr/>
    </dgm:pt>
    <dgm:pt modelId="{59B3895D-6CF4-0145-A4B3-D11B530402FF}" type="pres">
      <dgm:prSet presAssocID="{78F28D86-7887-C64E-AA27-6743D1E7A6CE}" presName="hierRoot2" presStyleCnt="0">
        <dgm:presLayoutVars>
          <dgm:hierBranch val="init"/>
        </dgm:presLayoutVars>
      </dgm:prSet>
      <dgm:spPr/>
    </dgm:pt>
    <dgm:pt modelId="{D40FBD52-FA8B-354D-8171-EEF6E77B9126}" type="pres">
      <dgm:prSet presAssocID="{78F28D86-7887-C64E-AA27-6743D1E7A6CE}" presName="rootComposite" presStyleCnt="0"/>
      <dgm:spPr/>
    </dgm:pt>
    <dgm:pt modelId="{25AFE104-E78A-F246-B612-8EB9BCB0BE70}" type="pres">
      <dgm:prSet presAssocID="{78F28D86-7887-C64E-AA27-6743D1E7A6CE}" presName="rootText" presStyleLbl="node3" presStyleIdx="10" presStyleCnt="22">
        <dgm:presLayoutVars>
          <dgm:chPref val="3"/>
        </dgm:presLayoutVars>
      </dgm:prSet>
      <dgm:spPr/>
    </dgm:pt>
    <dgm:pt modelId="{B0D95D0B-36EF-0749-A759-070EEDA7DC09}" type="pres">
      <dgm:prSet presAssocID="{78F28D86-7887-C64E-AA27-6743D1E7A6CE}" presName="rootConnector" presStyleLbl="node3" presStyleIdx="10" presStyleCnt="22"/>
      <dgm:spPr/>
    </dgm:pt>
    <dgm:pt modelId="{7BBC742B-2D7C-8E44-956E-C682BD85B8F2}" type="pres">
      <dgm:prSet presAssocID="{78F28D86-7887-C64E-AA27-6743D1E7A6CE}" presName="hierChild4" presStyleCnt="0"/>
      <dgm:spPr/>
    </dgm:pt>
    <dgm:pt modelId="{17033EB4-8253-3E45-9EC9-0DA72F437972}" type="pres">
      <dgm:prSet presAssocID="{78F28D86-7887-C64E-AA27-6743D1E7A6CE}" presName="hierChild5" presStyleCnt="0"/>
      <dgm:spPr/>
    </dgm:pt>
    <dgm:pt modelId="{2310A339-7B1F-1C44-8D17-F92085948CCC}" type="pres">
      <dgm:prSet presAssocID="{62D9B41E-D7F4-BA43-BC8A-AAB78E7D676C}" presName="Name37" presStyleLbl="parChTrans1D3" presStyleIdx="11" presStyleCnt="22"/>
      <dgm:spPr/>
    </dgm:pt>
    <dgm:pt modelId="{60D95B29-40B3-8345-A4F1-070D8653A408}" type="pres">
      <dgm:prSet presAssocID="{125E7774-CCAD-B645-AC93-62674C074C9A}" presName="hierRoot2" presStyleCnt="0">
        <dgm:presLayoutVars>
          <dgm:hierBranch val="init"/>
        </dgm:presLayoutVars>
      </dgm:prSet>
      <dgm:spPr/>
    </dgm:pt>
    <dgm:pt modelId="{E3BF6F0A-5E80-6C45-ABA3-EC53B5BF5D99}" type="pres">
      <dgm:prSet presAssocID="{125E7774-CCAD-B645-AC93-62674C074C9A}" presName="rootComposite" presStyleCnt="0"/>
      <dgm:spPr/>
    </dgm:pt>
    <dgm:pt modelId="{8C17CB76-B762-6644-B1AE-FDCAF1337D90}" type="pres">
      <dgm:prSet presAssocID="{125E7774-CCAD-B645-AC93-62674C074C9A}" presName="rootText" presStyleLbl="node3" presStyleIdx="11" presStyleCnt="22">
        <dgm:presLayoutVars>
          <dgm:chPref val="3"/>
        </dgm:presLayoutVars>
      </dgm:prSet>
      <dgm:spPr/>
    </dgm:pt>
    <dgm:pt modelId="{25FDC32F-9FB2-784D-BB7B-C46533BC8DE4}" type="pres">
      <dgm:prSet presAssocID="{125E7774-CCAD-B645-AC93-62674C074C9A}" presName="rootConnector" presStyleLbl="node3" presStyleIdx="11" presStyleCnt="22"/>
      <dgm:spPr/>
    </dgm:pt>
    <dgm:pt modelId="{654889E4-F148-B243-B0D6-D62F8C7F4ED0}" type="pres">
      <dgm:prSet presAssocID="{125E7774-CCAD-B645-AC93-62674C074C9A}" presName="hierChild4" presStyleCnt="0"/>
      <dgm:spPr/>
    </dgm:pt>
    <dgm:pt modelId="{D79D48BB-9C11-3640-BF14-7D16FF4C0A0D}" type="pres">
      <dgm:prSet presAssocID="{125E7774-CCAD-B645-AC93-62674C074C9A}" presName="hierChild5" presStyleCnt="0"/>
      <dgm:spPr/>
    </dgm:pt>
    <dgm:pt modelId="{2F54BE98-2A60-2149-9E07-958D86667D4F}" type="pres">
      <dgm:prSet presAssocID="{5DFE6A49-7123-844B-924F-3DC4DBF8F3B0}" presName="hierChild5" presStyleCnt="0"/>
      <dgm:spPr/>
    </dgm:pt>
    <dgm:pt modelId="{608579D4-2766-8144-B787-A41374E35863}" type="pres">
      <dgm:prSet presAssocID="{B8E3AF68-FBF2-194D-BB52-50F7D0737737}" presName="Name37" presStyleLbl="parChTrans1D2" presStyleIdx="2" presStyleCnt="6"/>
      <dgm:spPr/>
    </dgm:pt>
    <dgm:pt modelId="{C8A6E5C4-9C85-4A47-A90E-4CF464557215}" type="pres">
      <dgm:prSet presAssocID="{72A0DCDE-B6A5-A14D-9E25-A469EC81FC99}" presName="hierRoot2" presStyleCnt="0">
        <dgm:presLayoutVars>
          <dgm:hierBranch val="init"/>
        </dgm:presLayoutVars>
      </dgm:prSet>
      <dgm:spPr/>
    </dgm:pt>
    <dgm:pt modelId="{E9B72EEB-5613-5543-9CDD-F82498B3AF42}" type="pres">
      <dgm:prSet presAssocID="{72A0DCDE-B6A5-A14D-9E25-A469EC81FC99}" presName="rootComposite" presStyleCnt="0"/>
      <dgm:spPr/>
    </dgm:pt>
    <dgm:pt modelId="{1AB0BBAD-A328-F843-8E2E-28E4712E6D2A}" type="pres">
      <dgm:prSet presAssocID="{72A0DCDE-B6A5-A14D-9E25-A469EC81FC99}" presName="rootText" presStyleLbl="node2" presStyleIdx="2" presStyleCnt="6">
        <dgm:presLayoutVars>
          <dgm:chPref val="3"/>
        </dgm:presLayoutVars>
      </dgm:prSet>
      <dgm:spPr/>
    </dgm:pt>
    <dgm:pt modelId="{C2D99175-C278-584C-9077-5978C876ADD8}" type="pres">
      <dgm:prSet presAssocID="{72A0DCDE-B6A5-A14D-9E25-A469EC81FC99}" presName="rootConnector" presStyleLbl="node2" presStyleIdx="2" presStyleCnt="6"/>
      <dgm:spPr/>
    </dgm:pt>
    <dgm:pt modelId="{1F89FE3A-CFC9-F64E-8196-1CE23F895989}" type="pres">
      <dgm:prSet presAssocID="{72A0DCDE-B6A5-A14D-9E25-A469EC81FC99}" presName="hierChild4" presStyleCnt="0"/>
      <dgm:spPr/>
    </dgm:pt>
    <dgm:pt modelId="{7807116B-BF38-3E45-B63C-0CB6047BC8CE}" type="pres">
      <dgm:prSet presAssocID="{CCA4782F-5F56-8944-A979-2644DADD810D}" presName="Name37" presStyleLbl="parChTrans1D3" presStyleIdx="12" presStyleCnt="22"/>
      <dgm:spPr/>
    </dgm:pt>
    <dgm:pt modelId="{7C42F69B-1C9E-EC4E-837F-704F30D7BDA9}" type="pres">
      <dgm:prSet presAssocID="{4132CFA7-FD95-9449-B5A3-351FC30E6530}" presName="hierRoot2" presStyleCnt="0">
        <dgm:presLayoutVars>
          <dgm:hierBranch val="init"/>
        </dgm:presLayoutVars>
      </dgm:prSet>
      <dgm:spPr/>
    </dgm:pt>
    <dgm:pt modelId="{256F4D92-2AEE-9E40-A637-40AADE7B800D}" type="pres">
      <dgm:prSet presAssocID="{4132CFA7-FD95-9449-B5A3-351FC30E6530}" presName="rootComposite" presStyleCnt="0"/>
      <dgm:spPr/>
    </dgm:pt>
    <dgm:pt modelId="{C7B7DFD4-857C-1440-B10D-2C5DACA47FD6}" type="pres">
      <dgm:prSet presAssocID="{4132CFA7-FD95-9449-B5A3-351FC30E6530}" presName="rootText" presStyleLbl="node3" presStyleIdx="12" presStyleCnt="22">
        <dgm:presLayoutVars>
          <dgm:chPref val="3"/>
        </dgm:presLayoutVars>
      </dgm:prSet>
      <dgm:spPr/>
    </dgm:pt>
    <dgm:pt modelId="{99CCD27E-1E5B-8242-8077-95DC29F7ED6A}" type="pres">
      <dgm:prSet presAssocID="{4132CFA7-FD95-9449-B5A3-351FC30E6530}" presName="rootConnector" presStyleLbl="node3" presStyleIdx="12" presStyleCnt="22"/>
      <dgm:spPr/>
    </dgm:pt>
    <dgm:pt modelId="{4DF6BAA6-0E0A-F840-964A-D1B26E8BE51B}" type="pres">
      <dgm:prSet presAssocID="{4132CFA7-FD95-9449-B5A3-351FC30E6530}" presName="hierChild4" presStyleCnt="0"/>
      <dgm:spPr/>
    </dgm:pt>
    <dgm:pt modelId="{C74993F7-AB20-EB4E-B6DD-C0C281F42651}" type="pres">
      <dgm:prSet presAssocID="{A93A8EDF-2218-C144-899F-71680B078235}" presName="Name37" presStyleLbl="parChTrans1D4" presStyleIdx="0" presStyleCnt="25"/>
      <dgm:spPr/>
    </dgm:pt>
    <dgm:pt modelId="{932D3FAC-907F-E842-8C34-40DDD511B3AA}" type="pres">
      <dgm:prSet presAssocID="{DB6B1AF1-7E74-3A43-AF14-6E24318FC286}" presName="hierRoot2" presStyleCnt="0">
        <dgm:presLayoutVars>
          <dgm:hierBranch val="init"/>
        </dgm:presLayoutVars>
      </dgm:prSet>
      <dgm:spPr/>
    </dgm:pt>
    <dgm:pt modelId="{E48D4078-DCD5-A745-9EA8-06B07A66E361}" type="pres">
      <dgm:prSet presAssocID="{DB6B1AF1-7E74-3A43-AF14-6E24318FC286}" presName="rootComposite" presStyleCnt="0"/>
      <dgm:spPr/>
    </dgm:pt>
    <dgm:pt modelId="{62DDA8D9-7A5E-E743-BD27-F44DF0E6396F}" type="pres">
      <dgm:prSet presAssocID="{DB6B1AF1-7E74-3A43-AF14-6E24318FC286}" presName="rootText" presStyleLbl="node4" presStyleIdx="0" presStyleCnt="25">
        <dgm:presLayoutVars>
          <dgm:chPref val="3"/>
        </dgm:presLayoutVars>
      </dgm:prSet>
      <dgm:spPr/>
    </dgm:pt>
    <dgm:pt modelId="{8463C5FC-6DBD-F04F-A00C-78C7593C8F2A}" type="pres">
      <dgm:prSet presAssocID="{DB6B1AF1-7E74-3A43-AF14-6E24318FC286}" presName="rootConnector" presStyleLbl="node4" presStyleIdx="0" presStyleCnt="25"/>
      <dgm:spPr/>
    </dgm:pt>
    <dgm:pt modelId="{636C8166-8934-D74C-AFF5-E6A7E24223FC}" type="pres">
      <dgm:prSet presAssocID="{DB6B1AF1-7E74-3A43-AF14-6E24318FC286}" presName="hierChild4" presStyleCnt="0"/>
      <dgm:spPr/>
    </dgm:pt>
    <dgm:pt modelId="{CF763FBD-B045-A34B-ABC8-DD6CBEF99C17}" type="pres">
      <dgm:prSet presAssocID="{DB6B1AF1-7E74-3A43-AF14-6E24318FC286}" presName="hierChild5" presStyleCnt="0"/>
      <dgm:spPr/>
    </dgm:pt>
    <dgm:pt modelId="{678915C4-1798-EF43-810A-5FA56FE7B87F}" type="pres">
      <dgm:prSet presAssocID="{02F013D4-18F8-794C-9E39-270D7DE2E4B4}" presName="Name37" presStyleLbl="parChTrans1D4" presStyleIdx="1" presStyleCnt="25"/>
      <dgm:spPr/>
    </dgm:pt>
    <dgm:pt modelId="{1914C463-6046-924B-A25C-76E2647D7CAD}" type="pres">
      <dgm:prSet presAssocID="{11B9EE14-9291-F84D-BAE7-A10DC2BB06D7}" presName="hierRoot2" presStyleCnt="0">
        <dgm:presLayoutVars>
          <dgm:hierBranch val="init"/>
        </dgm:presLayoutVars>
      </dgm:prSet>
      <dgm:spPr/>
    </dgm:pt>
    <dgm:pt modelId="{44234371-0CEF-F941-A8EE-1AB0D0F854D2}" type="pres">
      <dgm:prSet presAssocID="{11B9EE14-9291-F84D-BAE7-A10DC2BB06D7}" presName="rootComposite" presStyleCnt="0"/>
      <dgm:spPr/>
    </dgm:pt>
    <dgm:pt modelId="{4A0E7215-0682-9242-8420-A779635EFBB7}" type="pres">
      <dgm:prSet presAssocID="{11B9EE14-9291-F84D-BAE7-A10DC2BB06D7}" presName="rootText" presStyleLbl="node4" presStyleIdx="1" presStyleCnt="25">
        <dgm:presLayoutVars>
          <dgm:chPref val="3"/>
        </dgm:presLayoutVars>
      </dgm:prSet>
      <dgm:spPr/>
    </dgm:pt>
    <dgm:pt modelId="{E0799690-A2C4-BA4C-BB82-EE8438C31ECD}" type="pres">
      <dgm:prSet presAssocID="{11B9EE14-9291-F84D-BAE7-A10DC2BB06D7}" presName="rootConnector" presStyleLbl="node4" presStyleIdx="1" presStyleCnt="25"/>
      <dgm:spPr/>
    </dgm:pt>
    <dgm:pt modelId="{EA9195F0-50DA-3C4F-916B-96A7C743ED2E}" type="pres">
      <dgm:prSet presAssocID="{11B9EE14-9291-F84D-BAE7-A10DC2BB06D7}" presName="hierChild4" presStyleCnt="0"/>
      <dgm:spPr/>
    </dgm:pt>
    <dgm:pt modelId="{3687385A-7CCE-514A-9A07-C12477A7F879}" type="pres">
      <dgm:prSet presAssocID="{11B9EE14-9291-F84D-BAE7-A10DC2BB06D7}" presName="hierChild5" presStyleCnt="0"/>
      <dgm:spPr/>
    </dgm:pt>
    <dgm:pt modelId="{1A41731B-F732-DB42-85A2-3FE05B9D91AC}" type="pres">
      <dgm:prSet presAssocID="{E668F429-AD41-0B48-824D-632DD49C95EB}" presName="Name37" presStyleLbl="parChTrans1D4" presStyleIdx="2" presStyleCnt="25"/>
      <dgm:spPr/>
    </dgm:pt>
    <dgm:pt modelId="{D8D36EDD-AE92-9B4C-A3E6-C2816AB1F531}" type="pres">
      <dgm:prSet presAssocID="{7E002ADB-F3F1-5C4D-81DE-CEDD77E3A6D5}" presName="hierRoot2" presStyleCnt="0">
        <dgm:presLayoutVars>
          <dgm:hierBranch val="init"/>
        </dgm:presLayoutVars>
      </dgm:prSet>
      <dgm:spPr/>
    </dgm:pt>
    <dgm:pt modelId="{DAAE9F72-D0F1-8F44-ADAF-5A14E5622694}" type="pres">
      <dgm:prSet presAssocID="{7E002ADB-F3F1-5C4D-81DE-CEDD77E3A6D5}" presName="rootComposite" presStyleCnt="0"/>
      <dgm:spPr/>
    </dgm:pt>
    <dgm:pt modelId="{66EA910A-3117-6F43-966D-6B7326A8102E}" type="pres">
      <dgm:prSet presAssocID="{7E002ADB-F3F1-5C4D-81DE-CEDD77E3A6D5}" presName="rootText" presStyleLbl="node4" presStyleIdx="2" presStyleCnt="25">
        <dgm:presLayoutVars>
          <dgm:chPref val="3"/>
        </dgm:presLayoutVars>
      </dgm:prSet>
      <dgm:spPr/>
    </dgm:pt>
    <dgm:pt modelId="{091D5504-9196-ED4B-B88F-7020110EA740}" type="pres">
      <dgm:prSet presAssocID="{7E002ADB-F3F1-5C4D-81DE-CEDD77E3A6D5}" presName="rootConnector" presStyleLbl="node4" presStyleIdx="2" presStyleCnt="25"/>
      <dgm:spPr/>
    </dgm:pt>
    <dgm:pt modelId="{DBA37F9B-C68A-9C47-BBD5-3465DCBE9DF5}" type="pres">
      <dgm:prSet presAssocID="{7E002ADB-F3F1-5C4D-81DE-CEDD77E3A6D5}" presName="hierChild4" presStyleCnt="0"/>
      <dgm:spPr/>
    </dgm:pt>
    <dgm:pt modelId="{E9571042-CE03-F942-9C55-C34FF10C441B}" type="pres">
      <dgm:prSet presAssocID="{7E002ADB-F3F1-5C4D-81DE-CEDD77E3A6D5}" presName="hierChild5" presStyleCnt="0"/>
      <dgm:spPr/>
    </dgm:pt>
    <dgm:pt modelId="{1AC83609-6D99-744C-A3BD-85800ED36E62}" type="pres">
      <dgm:prSet presAssocID="{CE2669D2-183F-CA46-B894-0188E74AC091}" presName="Name37" presStyleLbl="parChTrans1D4" presStyleIdx="3" presStyleCnt="25"/>
      <dgm:spPr/>
    </dgm:pt>
    <dgm:pt modelId="{9D1A94AB-5AB7-C044-81FE-5DEB6F3CB38A}" type="pres">
      <dgm:prSet presAssocID="{861670E3-42FC-0C48-97A4-A93B18ABC74A}" presName="hierRoot2" presStyleCnt="0">
        <dgm:presLayoutVars>
          <dgm:hierBranch val="init"/>
        </dgm:presLayoutVars>
      </dgm:prSet>
      <dgm:spPr/>
    </dgm:pt>
    <dgm:pt modelId="{D7E273A1-31D8-7D46-A31D-530426BB8CB1}" type="pres">
      <dgm:prSet presAssocID="{861670E3-42FC-0C48-97A4-A93B18ABC74A}" presName="rootComposite" presStyleCnt="0"/>
      <dgm:spPr/>
    </dgm:pt>
    <dgm:pt modelId="{C1235C49-A896-DB40-BA1B-4B705EBE82F0}" type="pres">
      <dgm:prSet presAssocID="{861670E3-42FC-0C48-97A4-A93B18ABC74A}" presName="rootText" presStyleLbl="node4" presStyleIdx="3" presStyleCnt="25">
        <dgm:presLayoutVars>
          <dgm:chPref val="3"/>
        </dgm:presLayoutVars>
      </dgm:prSet>
      <dgm:spPr/>
    </dgm:pt>
    <dgm:pt modelId="{FD464B6B-A926-EE48-B47E-181A9CCC478D}" type="pres">
      <dgm:prSet presAssocID="{861670E3-42FC-0C48-97A4-A93B18ABC74A}" presName="rootConnector" presStyleLbl="node4" presStyleIdx="3" presStyleCnt="25"/>
      <dgm:spPr/>
    </dgm:pt>
    <dgm:pt modelId="{8CE4705D-6FBE-494D-871D-CB3FC7BF4954}" type="pres">
      <dgm:prSet presAssocID="{861670E3-42FC-0C48-97A4-A93B18ABC74A}" presName="hierChild4" presStyleCnt="0"/>
      <dgm:spPr/>
    </dgm:pt>
    <dgm:pt modelId="{FD8347E5-2428-564A-B720-0DA4EBF10F86}" type="pres">
      <dgm:prSet presAssocID="{861670E3-42FC-0C48-97A4-A93B18ABC74A}" presName="hierChild5" presStyleCnt="0"/>
      <dgm:spPr/>
    </dgm:pt>
    <dgm:pt modelId="{8BDA97BF-9ACF-974A-BE1A-E4B665FA674C}" type="pres">
      <dgm:prSet presAssocID="{3B589934-D6E6-0347-A5A2-B5290D1CF438}" presName="Name37" presStyleLbl="parChTrans1D4" presStyleIdx="4" presStyleCnt="25"/>
      <dgm:spPr/>
    </dgm:pt>
    <dgm:pt modelId="{A4FFD829-EFA0-FD40-9E5F-71617C9D5FC3}" type="pres">
      <dgm:prSet presAssocID="{CA9219F1-9D44-3046-8625-237337E1BB06}" presName="hierRoot2" presStyleCnt="0">
        <dgm:presLayoutVars>
          <dgm:hierBranch val="init"/>
        </dgm:presLayoutVars>
      </dgm:prSet>
      <dgm:spPr/>
    </dgm:pt>
    <dgm:pt modelId="{CF6D3BF6-62DB-8844-8006-B3B812F22A8F}" type="pres">
      <dgm:prSet presAssocID="{CA9219F1-9D44-3046-8625-237337E1BB06}" presName="rootComposite" presStyleCnt="0"/>
      <dgm:spPr/>
    </dgm:pt>
    <dgm:pt modelId="{59E80C7F-FC80-9C44-8D93-F2BEF16615EC}" type="pres">
      <dgm:prSet presAssocID="{CA9219F1-9D44-3046-8625-237337E1BB06}" presName="rootText" presStyleLbl="node4" presStyleIdx="4" presStyleCnt="25">
        <dgm:presLayoutVars>
          <dgm:chPref val="3"/>
        </dgm:presLayoutVars>
      </dgm:prSet>
      <dgm:spPr/>
    </dgm:pt>
    <dgm:pt modelId="{8842DA0B-DCA4-7245-90CF-D7D6A4AA11A6}" type="pres">
      <dgm:prSet presAssocID="{CA9219F1-9D44-3046-8625-237337E1BB06}" presName="rootConnector" presStyleLbl="node4" presStyleIdx="4" presStyleCnt="25"/>
      <dgm:spPr/>
    </dgm:pt>
    <dgm:pt modelId="{A1AE7A0D-5B37-A940-9AF9-56E28B8A5EB5}" type="pres">
      <dgm:prSet presAssocID="{CA9219F1-9D44-3046-8625-237337E1BB06}" presName="hierChild4" presStyleCnt="0"/>
      <dgm:spPr/>
    </dgm:pt>
    <dgm:pt modelId="{34F083D4-2153-F940-92CC-3CCBBBE6F20C}" type="pres">
      <dgm:prSet presAssocID="{CA9219F1-9D44-3046-8625-237337E1BB06}" presName="hierChild5" presStyleCnt="0"/>
      <dgm:spPr/>
    </dgm:pt>
    <dgm:pt modelId="{931B3B60-D4D7-5F4A-AA5C-C31700B7621C}" type="pres">
      <dgm:prSet presAssocID="{08264C02-4334-F444-A24A-E62ABE76C281}" presName="Name37" presStyleLbl="parChTrans1D4" presStyleIdx="5" presStyleCnt="25"/>
      <dgm:spPr/>
    </dgm:pt>
    <dgm:pt modelId="{70C605B9-4ACE-1B41-87EC-CDCD007D83D6}" type="pres">
      <dgm:prSet presAssocID="{B731AC1D-7A95-814A-8A7F-F335B9F3715F}" presName="hierRoot2" presStyleCnt="0">
        <dgm:presLayoutVars>
          <dgm:hierBranch val="init"/>
        </dgm:presLayoutVars>
      </dgm:prSet>
      <dgm:spPr/>
    </dgm:pt>
    <dgm:pt modelId="{7A9F5273-271A-5F4E-96EC-4632B728FFC6}" type="pres">
      <dgm:prSet presAssocID="{B731AC1D-7A95-814A-8A7F-F335B9F3715F}" presName="rootComposite" presStyleCnt="0"/>
      <dgm:spPr/>
    </dgm:pt>
    <dgm:pt modelId="{0EDEC2F4-31B6-3843-B15E-C4E505CEB041}" type="pres">
      <dgm:prSet presAssocID="{B731AC1D-7A95-814A-8A7F-F335B9F3715F}" presName="rootText" presStyleLbl="node4" presStyleIdx="5" presStyleCnt="25">
        <dgm:presLayoutVars>
          <dgm:chPref val="3"/>
        </dgm:presLayoutVars>
      </dgm:prSet>
      <dgm:spPr/>
    </dgm:pt>
    <dgm:pt modelId="{128097D6-0F7B-4D44-89A2-D0EEEEE2EE16}" type="pres">
      <dgm:prSet presAssocID="{B731AC1D-7A95-814A-8A7F-F335B9F3715F}" presName="rootConnector" presStyleLbl="node4" presStyleIdx="5" presStyleCnt="25"/>
      <dgm:spPr/>
    </dgm:pt>
    <dgm:pt modelId="{14FA707B-1D52-354D-B82D-036C54ED2CD3}" type="pres">
      <dgm:prSet presAssocID="{B731AC1D-7A95-814A-8A7F-F335B9F3715F}" presName="hierChild4" presStyleCnt="0"/>
      <dgm:spPr/>
    </dgm:pt>
    <dgm:pt modelId="{3F4FF7AD-DBC8-F74C-9E35-172D1C5CFD56}" type="pres">
      <dgm:prSet presAssocID="{B731AC1D-7A95-814A-8A7F-F335B9F3715F}" presName="hierChild5" presStyleCnt="0"/>
      <dgm:spPr/>
    </dgm:pt>
    <dgm:pt modelId="{8123EECD-0D36-824F-8F10-AD4549675204}" type="pres">
      <dgm:prSet presAssocID="{E583A822-2DD0-E042-96A3-6992FD0C40AD}" presName="Name37" presStyleLbl="parChTrans1D4" presStyleIdx="6" presStyleCnt="25"/>
      <dgm:spPr/>
    </dgm:pt>
    <dgm:pt modelId="{1541C86C-6402-1A46-BA11-39C0CEF3D8D2}" type="pres">
      <dgm:prSet presAssocID="{7387BA4D-0B1E-6C47-9462-5385AED4C801}" presName="hierRoot2" presStyleCnt="0">
        <dgm:presLayoutVars>
          <dgm:hierBranch val="init"/>
        </dgm:presLayoutVars>
      </dgm:prSet>
      <dgm:spPr/>
    </dgm:pt>
    <dgm:pt modelId="{DBDA49D7-41F5-3244-8ABF-9F5DA475C42E}" type="pres">
      <dgm:prSet presAssocID="{7387BA4D-0B1E-6C47-9462-5385AED4C801}" presName="rootComposite" presStyleCnt="0"/>
      <dgm:spPr/>
    </dgm:pt>
    <dgm:pt modelId="{BC81C28C-948D-B142-8517-B37FD9D9976D}" type="pres">
      <dgm:prSet presAssocID="{7387BA4D-0B1E-6C47-9462-5385AED4C801}" presName="rootText" presStyleLbl="node4" presStyleIdx="6" presStyleCnt="25">
        <dgm:presLayoutVars>
          <dgm:chPref val="3"/>
        </dgm:presLayoutVars>
      </dgm:prSet>
      <dgm:spPr/>
    </dgm:pt>
    <dgm:pt modelId="{3583C22A-EBAD-644F-9316-EFA0F0BDC6F1}" type="pres">
      <dgm:prSet presAssocID="{7387BA4D-0B1E-6C47-9462-5385AED4C801}" presName="rootConnector" presStyleLbl="node4" presStyleIdx="6" presStyleCnt="25"/>
      <dgm:spPr/>
    </dgm:pt>
    <dgm:pt modelId="{AF75DF0D-29FC-B343-8AC3-907B5404DB5F}" type="pres">
      <dgm:prSet presAssocID="{7387BA4D-0B1E-6C47-9462-5385AED4C801}" presName="hierChild4" presStyleCnt="0"/>
      <dgm:spPr/>
    </dgm:pt>
    <dgm:pt modelId="{CC43B18B-1BBF-054C-9CA6-FF226AB56DE0}" type="pres">
      <dgm:prSet presAssocID="{7387BA4D-0B1E-6C47-9462-5385AED4C801}" presName="hierChild5" presStyleCnt="0"/>
      <dgm:spPr/>
    </dgm:pt>
    <dgm:pt modelId="{4642F223-029B-CD44-AB9C-4A63411FDB82}" type="pres">
      <dgm:prSet presAssocID="{335E175E-DF34-8D4F-80AA-4439AF5D8FED}" presName="Name37" presStyleLbl="parChTrans1D4" presStyleIdx="7" presStyleCnt="25"/>
      <dgm:spPr/>
    </dgm:pt>
    <dgm:pt modelId="{7035B7BD-BFE1-0C42-84F7-EBABFF45101D}" type="pres">
      <dgm:prSet presAssocID="{5EBAAFFC-C4D7-1D4B-94E3-E1D8097B176B}" presName="hierRoot2" presStyleCnt="0">
        <dgm:presLayoutVars>
          <dgm:hierBranch val="init"/>
        </dgm:presLayoutVars>
      </dgm:prSet>
      <dgm:spPr/>
    </dgm:pt>
    <dgm:pt modelId="{B2B2C09C-4B7F-A747-A816-DAE6A6958A11}" type="pres">
      <dgm:prSet presAssocID="{5EBAAFFC-C4D7-1D4B-94E3-E1D8097B176B}" presName="rootComposite" presStyleCnt="0"/>
      <dgm:spPr/>
    </dgm:pt>
    <dgm:pt modelId="{9F67B2CF-649D-044B-B5D9-766BAA477534}" type="pres">
      <dgm:prSet presAssocID="{5EBAAFFC-C4D7-1D4B-94E3-E1D8097B176B}" presName="rootText" presStyleLbl="node4" presStyleIdx="7" presStyleCnt="25">
        <dgm:presLayoutVars>
          <dgm:chPref val="3"/>
        </dgm:presLayoutVars>
      </dgm:prSet>
      <dgm:spPr/>
    </dgm:pt>
    <dgm:pt modelId="{600F9637-FA3F-1142-B645-A5C5CA308608}" type="pres">
      <dgm:prSet presAssocID="{5EBAAFFC-C4D7-1D4B-94E3-E1D8097B176B}" presName="rootConnector" presStyleLbl="node4" presStyleIdx="7" presStyleCnt="25"/>
      <dgm:spPr/>
    </dgm:pt>
    <dgm:pt modelId="{FE0361D7-3CDC-774F-8FC2-E792D4E6A73D}" type="pres">
      <dgm:prSet presAssocID="{5EBAAFFC-C4D7-1D4B-94E3-E1D8097B176B}" presName="hierChild4" presStyleCnt="0"/>
      <dgm:spPr/>
    </dgm:pt>
    <dgm:pt modelId="{35FEBD01-5201-BC42-885F-C2CB8414F533}" type="pres">
      <dgm:prSet presAssocID="{5EBAAFFC-C4D7-1D4B-94E3-E1D8097B176B}" presName="hierChild5" presStyleCnt="0"/>
      <dgm:spPr/>
    </dgm:pt>
    <dgm:pt modelId="{24D91B73-1308-224B-A4FB-50829712F02F}" type="pres">
      <dgm:prSet presAssocID="{4132CFA7-FD95-9449-B5A3-351FC30E6530}" presName="hierChild5" presStyleCnt="0"/>
      <dgm:spPr/>
    </dgm:pt>
    <dgm:pt modelId="{8791A8D9-ADF7-D44C-82D3-35B0F8AD7E08}" type="pres">
      <dgm:prSet presAssocID="{87906866-AA43-5E40-ADA4-E89B1666D945}" presName="Name37" presStyleLbl="parChTrans1D3" presStyleIdx="13" presStyleCnt="22"/>
      <dgm:spPr/>
    </dgm:pt>
    <dgm:pt modelId="{C8170438-1538-BF42-9AA9-8E46319FDC25}" type="pres">
      <dgm:prSet presAssocID="{835DE79A-9C7B-5647-847E-22B575F98C91}" presName="hierRoot2" presStyleCnt="0">
        <dgm:presLayoutVars>
          <dgm:hierBranch val="init"/>
        </dgm:presLayoutVars>
      </dgm:prSet>
      <dgm:spPr/>
    </dgm:pt>
    <dgm:pt modelId="{8AC2E43B-E530-3841-8E6F-AA83AAC11082}" type="pres">
      <dgm:prSet presAssocID="{835DE79A-9C7B-5647-847E-22B575F98C91}" presName="rootComposite" presStyleCnt="0"/>
      <dgm:spPr/>
    </dgm:pt>
    <dgm:pt modelId="{9D031FEB-62AC-7A4E-BDD5-FE53E6CA6C30}" type="pres">
      <dgm:prSet presAssocID="{835DE79A-9C7B-5647-847E-22B575F98C91}" presName="rootText" presStyleLbl="node3" presStyleIdx="13" presStyleCnt="22">
        <dgm:presLayoutVars>
          <dgm:chPref val="3"/>
        </dgm:presLayoutVars>
      </dgm:prSet>
      <dgm:spPr/>
    </dgm:pt>
    <dgm:pt modelId="{99A6590C-511D-C74B-88EF-65D88620DD1C}" type="pres">
      <dgm:prSet presAssocID="{835DE79A-9C7B-5647-847E-22B575F98C91}" presName="rootConnector" presStyleLbl="node3" presStyleIdx="13" presStyleCnt="22"/>
      <dgm:spPr/>
    </dgm:pt>
    <dgm:pt modelId="{0C127CF3-F7F3-7B41-89E2-603F1922F88C}" type="pres">
      <dgm:prSet presAssocID="{835DE79A-9C7B-5647-847E-22B575F98C91}" presName="hierChild4" presStyleCnt="0"/>
      <dgm:spPr/>
    </dgm:pt>
    <dgm:pt modelId="{E04BA296-48CC-7E4E-9D27-46FF5DF7CCC5}" type="pres">
      <dgm:prSet presAssocID="{341AAA32-FBDF-D94C-BEE7-BA10383E0FA5}" presName="Name37" presStyleLbl="parChTrans1D4" presStyleIdx="8" presStyleCnt="25"/>
      <dgm:spPr/>
    </dgm:pt>
    <dgm:pt modelId="{DAEF080A-6F71-3043-A1B2-020B1C59DA23}" type="pres">
      <dgm:prSet presAssocID="{3837D1C8-397D-004B-AA2E-0819B82BD388}" presName="hierRoot2" presStyleCnt="0">
        <dgm:presLayoutVars>
          <dgm:hierBranch val="init"/>
        </dgm:presLayoutVars>
      </dgm:prSet>
      <dgm:spPr/>
    </dgm:pt>
    <dgm:pt modelId="{BBC97DEB-3076-D442-A820-260A977F1E8A}" type="pres">
      <dgm:prSet presAssocID="{3837D1C8-397D-004B-AA2E-0819B82BD388}" presName="rootComposite" presStyleCnt="0"/>
      <dgm:spPr/>
    </dgm:pt>
    <dgm:pt modelId="{1C868272-0A38-2C4C-9A93-C005F4EC9FDF}" type="pres">
      <dgm:prSet presAssocID="{3837D1C8-397D-004B-AA2E-0819B82BD388}" presName="rootText" presStyleLbl="node4" presStyleIdx="8" presStyleCnt="25">
        <dgm:presLayoutVars>
          <dgm:chPref val="3"/>
        </dgm:presLayoutVars>
      </dgm:prSet>
      <dgm:spPr/>
    </dgm:pt>
    <dgm:pt modelId="{E52EBF4B-FF93-A141-8978-1AF682D19492}" type="pres">
      <dgm:prSet presAssocID="{3837D1C8-397D-004B-AA2E-0819B82BD388}" presName="rootConnector" presStyleLbl="node4" presStyleIdx="8" presStyleCnt="25"/>
      <dgm:spPr/>
    </dgm:pt>
    <dgm:pt modelId="{C1F1236A-C06E-A344-97DE-76518B19BC14}" type="pres">
      <dgm:prSet presAssocID="{3837D1C8-397D-004B-AA2E-0819B82BD388}" presName="hierChild4" presStyleCnt="0"/>
      <dgm:spPr/>
    </dgm:pt>
    <dgm:pt modelId="{5C72B9CA-2790-BB4C-8399-A13114B1A77C}" type="pres">
      <dgm:prSet presAssocID="{3837D1C8-397D-004B-AA2E-0819B82BD388}" presName="hierChild5" presStyleCnt="0"/>
      <dgm:spPr/>
    </dgm:pt>
    <dgm:pt modelId="{BC4EB6DE-3E94-A940-B2B5-1C3CD39CC0F3}" type="pres">
      <dgm:prSet presAssocID="{51E7620A-DEE6-9146-9BCD-EBDDF92E246E}" presName="Name37" presStyleLbl="parChTrans1D4" presStyleIdx="9" presStyleCnt="25"/>
      <dgm:spPr/>
    </dgm:pt>
    <dgm:pt modelId="{7EFAD79F-8DDB-EE4B-B811-1009EF29C7DB}" type="pres">
      <dgm:prSet presAssocID="{5EA6BFCF-D3E8-3949-B4C3-F0EDB1A98FF1}" presName="hierRoot2" presStyleCnt="0">
        <dgm:presLayoutVars>
          <dgm:hierBranch val="init"/>
        </dgm:presLayoutVars>
      </dgm:prSet>
      <dgm:spPr/>
    </dgm:pt>
    <dgm:pt modelId="{AB8ABA2E-4624-C44A-B01E-92726F6DB2C6}" type="pres">
      <dgm:prSet presAssocID="{5EA6BFCF-D3E8-3949-B4C3-F0EDB1A98FF1}" presName="rootComposite" presStyleCnt="0"/>
      <dgm:spPr/>
    </dgm:pt>
    <dgm:pt modelId="{AAB70A5A-692D-134D-8D73-4162B1BBC059}" type="pres">
      <dgm:prSet presAssocID="{5EA6BFCF-D3E8-3949-B4C3-F0EDB1A98FF1}" presName="rootText" presStyleLbl="node4" presStyleIdx="9" presStyleCnt="25">
        <dgm:presLayoutVars>
          <dgm:chPref val="3"/>
        </dgm:presLayoutVars>
      </dgm:prSet>
      <dgm:spPr/>
    </dgm:pt>
    <dgm:pt modelId="{49CD7ACB-12C3-B648-A08D-A3E7D250BD2B}" type="pres">
      <dgm:prSet presAssocID="{5EA6BFCF-D3E8-3949-B4C3-F0EDB1A98FF1}" presName="rootConnector" presStyleLbl="node4" presStyleIdx="9" presStyleCnt="25"/>
      <dgm:spPr/>
    </dgm:pt>
    <dgm:pt modelId="{7673075A-C815-1947-9EC2-75ED627A0941}" type="pres">
      <dgm:prSet presAssocID="{5EA6BFCF-D3E8-3949-B4C3-F0EDB1A98FF1}" presName="hierChild4" presStyleCnt="0"/>
      <dgm:spPr/>
    </dgm:pt>
    <dgm:pt modelId="{090311DB-0B4B-D14C-9552-EE5054D14BD8}" type="pres">
      <dgm:prSet presAssocID="{5EA6BFCF-D3E8-3949-B4C3-F0EDB1A98FF1}" presName="hierChild5" presStyleCnt="0"/>
      <dgm:spPr/>
    </dgm:pt>
    <dgm:pt modelId="{C7373C30-006F-4C4E-9800-DECC5084CF5A}" type="pres">
      <dgm:prSet presAssocID="{DDE71663-5A11-B341-AE98-FAAFA4C8FB74}" presName="Name37" presStyleLbl="parChTrans1D4" presStyleIdx="10" presStyleCnt="25"/>
      <dgm:spPr/>
    </dgm:pt>
    <dgm:pt modelId="{31111F52-C3CF-9347-A7D8-60968E0C96FC}" type="pres">
      <dgm:prSet presAssocID="{D642D207-E950-CA46-B6B8-DC67ACA07A75}" presName="hierRoot2" presStyleCnt="0">
        <dgm:presLayoutVars>
          <dgm:hierBranch val="init"/>
        </dgm:presLayoutVars>
      </dgm:prSet>
      <dgm:spPr/>
    </dgm:pt>
    <dgm:pt modelId="{E0C12892-24AE-AB49-8676-93A869D59295}" type="pres">
      <dgm:prSet presAssocID="{D642D207-E950-CA46-B6B8-DC67ACA07A75}" presName="rootComposite" presStyleCnt="0"/>
      <dgm:spPr/>
    </dgm:pt>
    <dgm:pt modelId="{45712AC0-6D61-8244-94C4-2C1E0A9E2B4A}" type="pres">
      <dgm:prSet presAssocID="{D642D207-E950-CA46-B6B8-DC67ACA07A75}" presName="rootText" presStyleLbl="node4" presStyleIdx="10" presStyleCnt="25">
        <dgm:presLayoutVars>
          <dgm:chPref val="3"/>
        </dgm:presLayoutVars>
      </dgm:prSet>
      <dgm:spPr/>
    </dgm:pt>
    <dgm:pt modelId="{C13B3F4F-CA17-0A47-8F46-754CA42E141B}" type="pres">
      <dgm:prSet presAssocID="{D642D207-E950-CA46-B6B8-DC67ACA07A75}" presName="rootConnector" presStyleLbl="node4" presStyleIdx="10" presStyleCnt="25"/>
      <dgm:spPr/>
    </dgm:pt>
    <dgm:pt modelId="{DDB38676-A77D-E842-8D28-AD4D8960FE63}" type="pres">
      <dgm:prSet presAssocID="{D642D207-E950-CA46-B6B8-DC67ACA07A75}" presName="hierChild4" presStyleCnt="0"/>
      <dgm:spPr/>
    </dgm:pt>
    <dgm:pt modelId="{FC9B8208-99F3-4A46-B74B-071AF6EC268C}" type="pres">
      <dgm:prSet presAssocID="{D642D207-E950-CA46-B6B8-DC67ACA07A75}" presName="hierChild5" presStyleCnt="0"/>
      <dgm:spPr/>
    </dgm:pt>
    <dgm:pt modelId="{1962A6C8-EF7C-984B-AA1C-13FDB0F99D07}" type="pres">
      <dgm:prSet presAssocID="{829F9E46-6E38-F440-ABE9-8904E0937973}" presName="Name37" presStyleLbl="parChTrans1D4" presStyleIdx="11" presStyleCnt="25"/>
      <dgm:spPr/>
    </dgm:pt>
    <dgm:pt modelId="{CDE60954-CEB5-4F41-8512-6C597088156B}" type="pres">
      <dgm:prSet presAssocID="{BA61C4AC-5E7B-7C40-8D10-18E4EE1DDF76}" presName="hierRoot2" presStyleCnt="0">
        <dgm:presLayoutVars>
          <dgm:hierBranch val="init"/>
        </dgm:presLayoutVars>
      </dgm:prSet>
      <dgm:spPr/>
    </dgm:pt>
    <dgm:pt modelId="{AFDAA8EE-E65C-0648-B7B8-E8FB3274F9A1}" type="pres">
      <dgm:prSet presAssocID="{BA61C4AC-5E7B-7C40-8D10-18E4EE1DDF76}" presName="rootComposite" presStyleCnt="0"/>
      <dgm:spPr/>
    </dgm:pt>
    <dgm:pt modelId="{78140F15-B747-4346-970B-15354C586E20}" type="pres">
      <dgm:prSet presAssocID="{BA61C4AC-5E7B-7C40-8D10-18E4EE1DDF76}" presName="rootText" presStyleLbl="node4" presStyleIdx="11" presStyleCnt="25">
        <dgm:presLayoutVars>
          <dgm:chPref val="3"/>
        </dgm:presLayoutVars>
      </dgm:prSet>
      <dgm:spPr/>
    </dgm:pt>
    <dgm:pt modelId="{72B3BBEB-3C13-3F4E-A8B7-78F686DEBD7F}" type="pres">
      <dgm:prSet presAssocID="{BA61C4AC-5E7B-7C40-8D10-18E4EE1DDF76}" presName="rootConnector" presStyleLbl="node4" presStyleIdx="11" presStyleCnt="25"/>
      <dgm:spPr/>
    </dgm:pt>
    <dgm:pt modelId="{B4AA68DB-5FBB-064A-A0D4-BA8C3427B496}" type="pres">
      <dgm:prSet presAssocID="{BA61C4AC-5E7B-7C40-8D10-18E4EE1DDF76}" presName="hierChild4" presStyleCnt="0"/>
      <dgm:spPr/>
    </dgm:pt>
    <dgm:pt modelId="{1156BA29-60E3-8D43-A118-4452322ACE21}" type="pres">
      <dgm:prSet presAssocID="{BA61C4AC-5E7B-7C40-8D10-18E4EE1DDF76}" presName="hierChild5" presStyleCnt="0"/>
      <dgm:spPr/>
    </dgm:pt>
    <dgm:pt modelId="{B169FD4E-58B3-8444-A563-73F6916A123E}" type="pres">
      <dgm:prSet presAssocID="{835DE79A-9C7B-5647-847E-22B575F98C91}" presName="hierChild5" presStyleCnt="0"/>
      <dgm:spPr/>
    </dgm:pt>
    <dgm:pt modelId="{70BD44A5-4962-274A-929A-73C06CE3B306}" type="pres">
      <dgm:prSet presAssocID="{72A0DCDE-B6A5-A14D-9E25-A469EC81FC99}" presName="hierChild5" presStyleCnt="0"/>
      <dgm:spPr/>
    </dgm:pt>
    <dgm:pt modelId="{19640D62-AE02-1049-8375-EAB18D784CC7}" type="pres">
      <dgm:prSet presAssocID="{872CFCFC-E5FF-864D-B954-D956D89B2926}" presName="Name37" presStyleLbl="parChTrans1D2" presStyleIdx="3" presStyleCnt="6"/>
      <dgm:spPr/>
    </dgm:pt>
    <dgm:pt modelId="{8EA04CAD-B588-2F43-8DA9-F3053C67DF87}" type="pres">
      <dgm:prSet presAssocID="{B2F32720-B894-454A-ABD9-249E5B69D14A}" presName="hierRoot2" presStyleCnt="0">
        <dgm:presLayoutVars>
          <dgm:hierBranch val="init"/>
        </dgm:presLayoutVars>
      </dgm:prSet>
      <dgm:spPr/>
    </dgm:pt>
    <dgm:pt modelId="{0A8208C7-3B3E-F349-A2D7-57C375D0D0EA}" type="pres">
      <dgm:prSet presAssocID="{B2F32720-B894-454A-ABD9-249E5B69D14A}" presName="rootComposite" presStyleCnt="0"/>
      <dgm:spPr/>
    </dgm:pt>
    <dgm:pt modelId="{9926086E-F71E-3448-B989-639006BB7740}" type="pres">
      <dgm:prSet presAssocID="{B2F32720-B894-454A-ABD9-249E5B69D14A}" presName="rootText" presStyleLbl="node2" presStyleIdx="3" presStyleCnt="6">
        <dgm:presLayoutVars>
          <dgm:chPref val="3"/>
        </dgm:presLayoutVars>
      </dgm:prSet>
      <dgm:spPr/>
    </dgm:pt>
    <dgm:pt modelId="{019E52B9-556D-E940-BF5C-2DA8A0C893EB}" type="pres">
      <dgm:prSet presAssocID="{B2F32720-B894-454A-ABD9-249E5B69D14A}" presName="rootConnector" presStyleLbl="node2" presStyleIdx="3" presStyleCnt="6"/>
      <dgm:spPr/>
    </dgm:pt>
    <dgm:pt modelId="{DCE55FB2-18C7-334A-9CA2-48B037DBFC99}" type="pres">
      <dgm:prSet presAssocID="{B2F32720-B894-454A-ABD9-249E5B69D14A}" presName="hierChild4" presStyleCnt="0"/>
      <dgm:spPr/>
    </dgm:pt>
    <dgm:pt modelId="{5A85BD44-4ADA-074E-B35A-983EDFF7598B}" type="pres">
      <dgm:prSet presAssocID="{49F4B116-AF85-DF4A-A13D-C16DC5A3309C}" presName="Name37" presStyleLbl="parChTrans1D3" presStyleIdx="14" presStyleCnt="22"/>
      <dgm:spPr/>
    </dgm:pt>
    <dgm:pt modelId="{F1E8B6B7-24B6-5C44-8BC2-107C9B99367C}" type="pres">
      <dgm:prSet presAssocID="{535526AF-6DFD-1C4F-BD18-EEF6FFE8D093}" presName="hierRoot2" presStyleCnt="0">
        <dgm:presLayoutVars>
          <dgm:hierBranch val="init"/>
        </dgm:presLayoutVars>
      </dgm:prSet>
      <dgm:spPr/>
    </dgm:pt>
    <dgm:pt modelId="{F81B2BAB-C3B2-7E44-BC3C-E008BDC96D3E}" type="pres">
      <dgm:prSet presAssocID="{535526AF-6DFD-1C4F-BD18-EEF6FFE8D093}" presName="rootComposite" presStyleCnt="0"/>
      <dgm:spPr/>
    </dgm:pt>
    <dgm:pt modelId="{27815E7A-5974-A040-96F0-C4196E63F799}" type="pres">
      <dgm:prSet presAssocID="{535526AF-6DFD-1C4F-BD18-EEF6FFE8D093}" presName="rootText" presStyleLbl="node3" presStyleIdx="14" presStyleCnt="22">
        <dgm:presLayoutVars>
          <dgm:chPref val="3"/>
        </dgm:presLayoutVars>
      </dgm:prSet>
      <dgm:spPr/>
    </dgm:pt>
    <dgm:pt modelId="{8FDC6DC2-E733-E341-A3E3-85E7386C7050}" type="pres">
      <dgm:prSet presAssocID="{535526AF-6DFD-1C4F-BD18-EEF6FFE8D093}" presName="rootConnector" presStyleLbl="node3" presStyleIdx="14" presStyleCnt="22"/>
      <dgm:spPr/>
    </dgm:pt>
    <dgm:pt modelId="{3D5AF19D-F2C9-7B43-8BF9-6F2DAE42C813}" type="pres">
      <dgm:prSet presAssocID="{535526AF-6DFD-1C4F-BD18-EEF6FFE8D093}" presName="hierChild4" presStyleCnt="0"/>
      <dgm:spPr/>
    </dgm:pt>
    <dgm:pt modelId="{D9646B81-AAA9-124E-8FC3-E3F9864FB3C3}" type="pres">
      <dgm:prSet presAssocID="{57A18FFB-8C5B-7446-ADCA-CD683A56ECE6}" presName="Name37" presStyleLbl="parChTrans1D4" presStyleIdx="12" presStyleCnt="25"/>
      <dgm:spPr/>
    </dgm:pt>
    <dgm:pt modelId="{6B0D63EE-727A-AF40-BC5A-92E83C57F8CC}" type="pres">
      <dgm:prSet presAssocID="{65CD1EE5-D209-0447-9CC8-696997E581F2}" presName="hierRoot2" presStyleCnt="0">
        <dgm:presLayoutVars>
          <dgm:hierBranch val="init"/>
        </dgm:presLayoutVars>
      </dgm:prSet>
      <dgm:spPr/>
    </dgm:pt>
    <dgm:pt modelId="{091E91B0-6C68-C14D-B577-66E5FC2B89E1}" type="pres">
      <dgm:prSet presAssocID="{65CD1EE5-D209-0447-9CC8-696997E581F2}" presName="rootComposite" presStyleCnt="0"/>
      <dgm:spPr/>
    </dgm:pt>
    <dgm:pt modelId="{4A4CE9CB-6737-FD47-B5B9-AF543175B8BB}" type="pres">
      <dgm:prSet presAssocID="{65CD1EE5-D209-0447-9CC8-696997E581F2}" presName="rootText" presStyleLbl="node4" presStyleIdx="12" presStyleCnt="25">
        <dgm:presLayoutVars>
          <dgm:chPref val="3"/>
        </dgm:presLayoutVars>
      </dgm:prSet>
      <dgm:spPr/>
    </dgm:pt>
    <dgm:pt modelId="{5D93B13E-7888-D840-B431-9A30ED96B781}" type="pres">
      <dgm:prSet presAssocID="{65CD1EE5-D209-0447-9CC8-696997E581F2}" presName="rootConnector" presStyleLbl="node4" presStyleIdx="12" presStyleCnt="25"/>
      <dgm:spPr/>
    </dgm:pt>
    <dgm:pt modelId="{00178CB9-BB97-0747-84B7-ACD55071B5F0}" type="pres">
      <dgm:prSet presAssocID="{65CD1EE5-D209-0447-9CC8-696997E581F2}" presName="hierChild4" presStyleCnt="0"/>
      <dgm:spPr/>
    </dgm:pt>
    <dgm:pt modelId="{AE6377D5-9F24-2A4E-A903-51117E0BE274}" type="pres">
      <dgm:prSet presAssocID="{65CD1EE5-D209-0447-9CC8-696997E581F2}" presName="hierChild5" presStyleCnt="0"/>
      <dgm:spPr/>
    </dgm:pt>
    <dgm:pt modelId="{0592C931-C555-7444-BF30-BC881ED59F00}" type="pres">
      <dgm:prSet presAssocID="{B57D3ACB-6915-4C46-B70D-DFCF52B35F50}" presName="Name37" presStyleLbl="parChTrans1D4" presStyleIdx="13" presStyleCnt="25"/>
      <dgm:spPr/>
    </dgm:pt>
    <dgm:pt modelId="{941D86F1-E4F6-4D4F-AD66-4DEAAAF40477}" type="pres">
      <dgm:prSet presAssocID="{30F2889E-42BF-E14F-9B48-11311C90F292}" presName="hierRoot2" presStyleCnt="0">
        <dgm:presLayoutVars>
          <dgm:hierBranch val="init"/>
        </dgm:presLayoutVars>
      </dgm:prSet>
      <dgm:spPr/>
    </dgm:pt>
    <dgm:pt modelId="{D216E454-5FBD-7548-ACE7-4A3E4B6EED97}" type="pres">
      <dgm:prSet presAssocID="{30F2889E-42BF-E14F-9B48-11311C90F292}" presName="rootComposite" presStyleCnt="0"/>
      <dgm:spPr/>
    </dgm:pt>
    <dgm:pt modelId="{E1AABF2E-0662-E84D-BC15-2336AF0DC098}" type="pres">
      <dgm:prSet presAssocID="{30F2889E-42BF-E14F-9B48-11311C90F292}" presName="rootText" presStyleLbl="node4" presStyleIdx="13" presStyleCnt="25">
        <dgm:presLayoutVars>
          <dgm:chPref val="3"/>
        </dgm:presLayoutVars>
      </dgm:prSet>
      <dgm:spPr/>
    </dgm:pt>
    <dgm:pt modelId="{F4A03AA2-18D9-4146-B89F-A238A90AF6EF}" type="pres">
      <dgm:prSet presAssocID="{30F2889E-42BF-E14F-9B48-11311C90F292}" presName="rootConnector" presStyleLbl="node4" presStyleIdx="13" presStyleCnt="25"/>
      <dgm:spPr/>
    </dgm:pt>
    <dgm:pt modelId="{92B1B0D4-AC07-2743-A22A-B309620765D9}" type="pres">
      <dgm:prSet presAssocID="{30F2889E-42BF-E14F-9B48-11311C90F292}" presName="hierChild4" presStyleCnt="0"/>
      <dgm:spPr/>
    </dgm:pt>
    <dgm:pt modelId="{02C5DDD2-C2C4-814B-BC59-D21B75BC4A88}" type="pres">
      <dgm:prSet presAssocID="{30F2889E-42BF-E14F-9B48-11311C90F292}" presName="hierChild5" presStyleCnt="0"/>
      <dgm:spPr/>
    </dgm:pt>
    <dgm:pt modelId="{A14F600D-AFF0-D24E-B311-3763AB510B5E}" type="pres">
      <dgm:prSet presAssocID="{39B3A9C1-A35F-6B49-8C03-9F3DB0DF30AC}" presName="Name37" presStyleLbl="parChTrans1D4" presStyleIdx="14" presStyleCnt="25"/>
      <dgm:spPr/>
    </dgm:pt>
    <dgm:pt modelId="{0CB6EFBA-0177-B146-AF5C-9250934D4C84}" type="pres">
      <dgm:prSet presAssocID="{3D8E9610-8EA5-0443-96D7-C9F3E3B8B49A}" presName="hierRoot2" presStyleCnt="0">
        <dgm:presLayoutVars>
          <dgm:hierBranch val="init"/>
        </dgm:presLayoutVars>
      </dgm:prSet>
      <dgm:spPr/>
    </dgm:pt>
    <dgm:pt modelId="{3C8072DF-E066-684F-8556-848F0A5113A9}" type="pres">
      <dgm:prSet presAssocID="{3D8E9610-8EA5-0443-96D7-C9F3E3B8B49A}" presName="rootComposite" presStyleCnt="0"/>
      <dgm:spPr/>
    </dgm:pt>
    <dgm:pt modelId="{AE55931F-CD10-5149-AD3B-8FA80E3E54D6}" type="pres">
      <dgm:prSet presAssocID="{3D8E9610-8EA5-0443-96D7-C9F3E3B8B49A}" presName="rootText" presStyleLbl="node4" presStyleIdx="14" presStyleCnt="25">
        <dgm:presLayoutVars>
          <dgm:chPref val="3"/>
        </dgm:presLayoutVars>
      </dgm:prSet>
      <dgm:spPr/>
    </dgm:pt>
    <dgm:pt modelId="{3EB523B0-ABC3-644F-B2E1-6D01040639FF}" type="pres">
      <dgm:prSet presAssocID="{3D8E9610-8EA5-0443-96D7-C9F3E3B8B49A}" presName="rootConnector" presStyleLbl="node4" presStyleIdx="14" presStyleCnt="25"/>
      <dgm:spPr/>
    </dgm:pt>
    <dgm:pt modelId="{2A0504F9-86C8-5B43-8FC2-222157E7CB09}" type="pres">
      <dgm:prSet presAssocID="{3D8E9610-8EA5-0443-96D7-C9F3E3B8B49A}" presName="hierChild4" presStyleCnt="0"/>
      <dgm:spPr/>
    </dgm:pt>
    <dgm:pt modelId="{03DDFA53-AB14-FC45-8740-F5EAA15008A0}" type="pres">
      <dgm:prSet presAssocID="{3D8E9610-8EA5-0443-96D7-C9F3E3B8B49A}" presName="hierChild5" presStyleCnt="0"/>
      <dgm:spPr/>
    </dgm:pt>
    <dgm:pt modelId="{791FCE82-99C8-B14F-A8EA-28D4E87E57C4}" type="pres">
      <dgm:prSet presAssocID="{290EEAF5-E1EE-1141-B858-7F7AD464F588}" presName="Name37" presStyleLbl="parChTrans1D4" presStyleIdx="15" presStyleCnt="25"/>
      <dgm:spPr/>
    </dgm:pt>
    <dgm:pt modelId="{0D28629D-E186-E749-A0EB-A2F024DE9251}" type="pres">
      <dgm:prSet presAssocID="{7BBA3518-7363-E345-9A99-07E92EEAD9C8}" presName="hierRoot2" presStyleCnt="0">
        <dgm:presLayoutVars>
          <dgm:hierBranch val="init"/>
        </dgm:presLayoutVars>
      </dgm:prSet>
      <dgm:spPr/>
    </dgm:pt>
    <dgm:pt modelId="{17921F23-8FC1-E84E-96CE-C60FBB8BEE29}" type="pres">
      <dgm:prSet presAssocID="{7BBA3518-7363-E345-9A99-07E92EEAD9C8}" presName="rootComposite" presStyleCnt="0"/>
      <dgm:spPr/>
    </dgm:pt>
    <dgm:pt modelId="{16A34988-A1B1-8E44-B4BD-A3D47FA3877A}" type="pres">
      <dgm:prSet presAssocID="{7BBA3518-7363-E345-9A99-07E92EEAD9C8}" presName="rootText" presStyleLbl="node4" presStyleIdx="15" presStyleCnt="25">
        <dgm:presLayoutVars>
          <dgm:chPref val="3"/>
        </dgm:presLayoutVars>
      </dgm:prSet>
      <dgm:spPr/>
    </dgm:pt>
    <dgm:pt modelId="{1699A71E-C621-5147-9124-E06702250D2C}" type="pres">
      <dgm:prSet presAssocID="{7BBA3518-7363-E345-9A99-07E92EEAD9C8}" presName="rootConnector" presStyleLbl="node4" presStyleIdx="15" presStyleCnt="25"/>
      <dgm:spPr/>
    </dgm:pt>
    <dgm:pt modelId="{987C2DA9-18BD-0E48-A985-601A05DBD7B5}" type="pres">
      <dgm:prSet presAssocID="{7BBA3518-7363-E345-9A99-07E92EEAD9C8}" presName="hierChild4" presStyleCnt="0"/>
      <dgm:spPr/>
    </dgm:pt>
    <dgm:pt modelId="{89E11340-C41D-E541-898D-1084AF34CF91}" type="pres">
      <dgm:prSet presAssocID="{7BBA3518-7363-E345-9A99-07E92EEAD9C8}" presName="hierChild5" presStyleCnt="0"/>
      <dgm:spPr/>
    </dgm:pt>
    <dgm:pt modelId="{4CFBE873-33C1-0240-8A86-75957551D7FF}" type="pres">
      <dgm:prSet presAssocID="{535526AF-6DFD-1C4F-BD18-EEF6FFE8D093}" presName="hierChild5" presStyleCnt="0"/>
      <dgm:spPr/>
    </dgm:pt>
    <dgm:pt modelId="{96CCF3CE-B3B5-D14A-AEF6-9B1D947AEE2D}" type="pres">
      <dgm:prSet presAssocID="{3E281D9B-C965-194D-806C-4F35A76A0E1C}" presName="Name37" presStyleLbl="parChTrans1D3" presStyleIdx="15" presStyleCnt="22"/>
      <dgm:spPr/>
    </dgm:pt>
    <dgm:pt modelId="{ACC90E1D-0FDF-3C4A-A0F7-B8F7A7F44859}" type="pres">
      <dgm:prSet presAssocID="{1DF10D4F-7148-4847-AACD-3A2BA2FE82CD}" presName="hierRoot2" presStyleCnt="0">
        <dgm:presLayoutVars>
          <dgm:hierBranch val="init"/>
        </dgm:presLayoutVars>
      </dgm:prSet>
      <dgm:spPr/>
    </dgm:pt>
    <dgm:pt modelId="{A38A1539-35EE-F44D-88F6-F376887F9190}" type="pres">
      <dgm:prSet presAssocID="{1DF10D4F-7148-4847-AACD-3A2BA2FE82CD}" presName="rootComposite" presStyleCnt="0"/>
      <dgm:spPr/>
    </dgm:pt>
    <dgm:pt modelId="{5D013CFB-9DE6-8B41-A1C5-7CC4BD35F10E}" type="pres">
      <dgm:prSet presAssocID="{1DF10D4F-7148-4847-AACD-3A2BA2FE82CD}" presName="rootText" presStyleLbl="node3" presStyleIdx="15" presStyleCnt="22">
        <dgm:presLayoutVars>
          <dgm:chPref val="3"/>
        </dgm:presLayoutVars>
      </dgm:prSet>
      <dgm:spPr/>
    </dgm:pt>
    <dgm:pt modelId="{198CE295-0600-A448-BBEF-99CC77D3E4A7}" type="pres">
      <dgm:prSet presAssocID="{1DF10D4F-7148-4847-AACD-3A2BA2FE82CD}" presName="rootConnector" presStyleLbl="node3" presStyleIdx="15" presStyleCnt="22"/>
      <dgm:spPr/>
    </dgm:pt>
    <dgm:pt modelId="{D5ACF19A-AEFE-5945-BC95-10A28E0ED2A6}" type="pres">
      <dgm:prSet presAssocID="{1DF10D4F-7148-4847-AACD-3A2BA2FE82CD}" presName="hierChild4" presStyleCnt="0"/>
      <dgm:spPr/>
    </dgm:pt>
    <dgm:pt modelId="{87D5207C-C519-4E46-9CC7-1A5962C4EF32}" type="pres">
      <dgm:prSet presAssocID="{0279CA20-E231-D04B-9093-9E5FA05AA923}" presName="Name37" presStyleLbl="parChTrans1D4" presStyleIdx="16" presStyleCnt="25"/>
      <dgm:spPr/>
    </dgm:pt>
    <dgm:pt modelId="{F259228F-AE89-B94A-956E-1F8E90F76737}" type="pres">
      <dgm:prSet presAssocID="{A44CEA0E-40C4-0D48-9E46-6A334DE8454C}" presName="hierRoot2" presStyleCnt="0">
        <dgm:presLayoutVars>
          <dgm:hierBranch val="init"/>
        </dgm:presLayoutVars>
      </dgm:prSet>
      <dgm:spPr/>
    </dgm:pt>
    <dgm:pt modelId="{98EB609C-C5AA-1E47-A503-BAA3A70DE1B8}" type="pres">
      <dgm:prSet presAssocID="{A44CEA0E-40C4-0D48-9E46-6A334DE8454C}" presName="rootComposite" presStyleCnt="0"/>
      <dgm:spPr/>
    </dgm:pt>
    <dgm:pt modelId="{3CB640E6-C380-F94A-AA95-5B84A8618DBD}" type="pres">
      <dgm:prSet presAssocID="{A44CEA0E-40C4-0D48-9E46-6A334DE8454C}" presName="rootText" presStyleLbl="node4" presStyleIdx="16" presStyleCnt="25">
        <dgm:presLayoutVars>
          <dgm:chPref val="3"/>
        </dgm:presLayoutVars>
      </dgm:prSet>
      <dgm:spPr/>
    </dgm:pt>
    <dgm:pt modelId="{E1A13BF3-49A3-E241-A12F-1447632EC7B4}" type="pres">
      <dgm:prSet presAssocID="{A44CEA0E-40C4-0D48-9E46-6A334DE8454C}" presName="rootConnector" presStyleLbl="node4" presStyleIdx="16" presStyleCnt="25"/>
      <dgm:spPr/>
    </dgm:pt>
    <dgm:pt modelId="{5A01F4C6-51E8-E54B-82B3-68721458B81D}" type="pres">
      <dgm:prSet presAssocID="{A44CEA0E-40C4-0D48-9E46-6A334DE8454C}" presName="hierChild4" presStyleCnt="0"/>
      <dgm:spPr/>
    </dgm:pt>
    <dgm:pt modelId="{0527B411-E9C8-E447-9977-8342361A0993}" type="pres">
      <dgm:prSet presAssocID="{A44CEA0E-40C4-0D48-9E46-6A334DE8454C}" presName="hierChild5" presStyleCnt="0"/>
      <dgm:spPr/>
    </dgm:pt>
    <dgm:pt modelId="{044CC437-8B11-6C45-8E10-81A55CB14516}" type="pres">
      <dgm:prSet presAssocID="{F16690AF-0AE2-EE4E-904D-D1C7D739BBEB}" presName="Name37" presStyleLbl="parChTrans1D4" presStyleIdx="17" presStyleCnt="25"/>
      <dgm:spPr/>
    </dgm:pt>
    <dgm:pt modelId="{130A04CA-C924-C943-87D5-C90BE167C3B6}" type="pres">
      <dgm:prSet presAssocID="{A20F65A3-A710-E641-B6FB-99AA4ED33DBE}" presName="hierRoot2" presStyleCnt="0">
        <dgm:presLayoutVars>
          <dgm:hierBranch val="init"/>
        </dgm:presLayoutVars>
      </dgm:prSet>
      <dgm:spPr/>
    </dgm:pt>
    <dgm:pt modelId="{802E2B88-3CDA-AF48-AA3C-315E9325A64C}" type="pres">
      <dgm:prSet presAssocID="{A20F65A3-A710-E641-B6FB-99AA4ED33DBE}" presName="rootComposite" presStyleCnt="0"/>
      <dgm:spPr/>
    </dgm:pt>
    <dgm:pt modelId="{078C9178-615D-C345-8B2D-DFF093382734}" type="pres">
      <dgm:prSet presAssocID="{A20F65A3-A710-E641-B6FB-99AA4ED33DBE}" presName="rootText" presStyleLbl="node4" presStyleIdx="17" presStyleCnt="25">
        <dgm:presLayoutVars>
          <dgm:chPref val="3"/>
        </dgm:presLayoutVars>
      </dgm:prSet>
      <dgm:spPr/>
    </dgm:pt>
    <dgm:pt modelId="{4C997BF0-7289-4F48-8B06-5DED713254F1}" type="pres">
      <dgm:prSet presAssocID="{A20F65A3-A710-E641-B6FB-99AA4ED33DBE}" presName="rootConnector" presStyleLbl="node4" presStyleIdx="17" presStyleCnt="25"/>
      <dgm:spPr/>
    </dgm:pt>
    <dgm:pt modelId="{FA4221B6-7A4A-4E49-BFC3-AA9FA6E363B9}" type="pres">
      <dgm:prSet presAssocID="{A20F65A3-A710-E641-B6FB-99AA4ED33DBE}" presName="hierChild4" presStyleCnt="0"/>
      <dgm:spPr/>
    </dgm:pt>
    <dgm:pt modelId="{DC26F72A-1E5D-934F-9C90-B8E742799B71}" type="pres">
      <dgm:prSet presAssocID="{A20F65A3-A710-E641-B6FB-99AA4ED33DBE}" presName="hierChild5" presStyleCnt="0"/>
      <dgm:spPr/>
    </dgm:pt>
    <dgm:pt modelId="{1BE98C54-0F86-1E4E-ADE1-7037706740B5}" type="pres">
      <dgm:prSet presAssocID="{1DF10D4F-7148-4847-AACD-3A2BA2FE82CD}" presName="hierChild5" presStyleCnt="0"/>
      <dgm:spPr/>
    </dgm:pt>
    <dgm:pt modelId="{D71D6D14-B2E0-7441-9B9D-A1384F2D0A6A}" type="pres">
      <dgm:prSet presAssocID="{B2F32720-B894-454A-ABD9-249E5B69D14A}" presName="hierChild5" presStyleCnt="0"/>
      <dgm:spPr/>
    </dgm:pt>
    <dgm:pt modelId="{0DBF1F83-125E-ED46-B706-6114F7D73813}" type="pres">
      <dgm:prSet presAssocID="{A819BB3C-545E-E64B-973A-83E1F10EADFC}" presName="Name37" presStyleLbl="parChTrans1D2" presStyleIdx="4" presStyleCnt="6"/>
      <dgm:spPr/>
    </dgm:pt>
    <dgm:pt modelId="{0622E928-91A3-9A43-BF86-B47926CE0719}" type="pres">
      <dgm:prSet presAssocID="{04969BA1-8E0F-1948-B758-8830681DF978}" presName="hierRoot2" presStyleCnt="0">
        <dgm:presLayoutVars>
          <dgm:hierBranch val="init"/>
        </dgm:presLayoutVars>
      </dgm:prSet>
      <dgm:spPr/>
    </dgm:pt>
    <dgm:pt modelId="{A9AF5493-1379-8F45-8964-D607F50E46B6}" type="pres">
      <dgm:prSet presAssocID="{04969BA1-8E0F-1948-B758-8830681DF978}" presName="rootComposite" presStyleCnt="0"/>
      <dgm:spPr/>
    </dgm:pt>
    <dgm:pt modelId="{FF76E880-8CD3-4C45-BE00-92FACAD6F1D2}" type="pres">
      <dgm:prSet presAssocID="{04969BA1-8E0F-1948-B758-8830681DF978}" presName="rootText" presStyleLbl="node2" presStyleIdx="4" presStyleCnt="6">
        <dgm:presLayoutVars>
          <dgm:chPref val="3"/>
        </dgm:presLayoutVars>
      </dgm:prSet>
      <dgm:spPr/>
    </dgm:pt>
    <dgm:pt modelId="{3FD6DDAD-5BDA-EF4E-9CBC-C5F57BC9FA86}" type="pres">
      <dgm:prSet presAssocID="{04969BA1-8E0F-1948-B758-8830681DF978}" presName="rootConnector" presStyleLbl="node2" presStyleIdx="4" presStyleCnt="6"/>
      <dgm:spPr/>
    </dgm:pt>
    <dgm:pt modelId="{7E908F8C-D8C6-3A47-BC1D-9D0486963931}" type="pres">
      <dgm:prSet presAssocID="{04969BA1-8E0F-1948-B758-8830681DF978}" presName="hierChild4" presStyleCnt="0"/>
      <dgm:spPr/>
    </dgm:pt>
    <dgm:pt modelId="{F47A6D65-D8E2-D946-90DE-24AD0FBD52CE}" type="pres">
      <dgm:prSet presAssocID="{E9CC292E-FEF2-1640-8FC2-493A09750EE8}" presName="Name37" presStyleLbl="parChTrans1D3" presStyleIdx="16" presStyleCnt="22"/>
      <dgm:spPr/>
    </dgm:pt>
    <dgm:pt modelId="{A6EAB4F6-DFFE-FE44-B5AD-3AD6ABC27E1D}" type="pres">
      <dgm:prSet presAssocID="{1B5842C6-2294-DD41-AE92-4038B06362A1}" presName="hierRoot2" presStyleCnt="0">
        <dgm:presLayoutVars>
          <dgm:hierBranch val="init"/>
        </dgm:presLayoutVars>
      </dgm:prSet>
      <dgm:spPr/>
    </dgm:pt>
    <dgm:pt modelId="{14A91A7C-2262-874E-95A7-FC6D2195C294}" type="pres">
      <dgm:prSet presAssocID="{1B5842C6-2294-DD41-AE92-4038B06362A1}" presName="rootComposite" presStyleCnt="0"/>
      <dgm:spPr/>
    </dgm:pt>
    <dgm:pt modelId="{C5D80830-7429-6143-B114-B41705EF5EF1}" type="pres">
      <dgm:prSet presAssocID="{1B5842C6-2294-DD41-AE92-4038B06362A1}" presName="rootText" presStyleLbl="node3" presStyleIdx="16" presStyleCnt="22">
        <dgm:presLayoutVars>
          <dgm:chPref val="3"/>
        </dgm:presLayoutVars>
      </dgm:prSet>
      <dgm:spPr/>
    </dgm:pt>
    <dgm:pt modelId="{0831E34D-6CC4-F44C-B53F-23BB1794C4AF}" type="pres">
      <dgm:prSet presAssocID="{1B5842C6-2294-DD41-AE92-4038B06362A1}" presName="rootConnector" presStyleLbl="node3" presStyleIdx="16" presStyleCnt="22"/>
      <dgm:spPr/>
    </dgm:pt>
    <dgm:pt modelId="{F75BBD90-1EF8-0448-AA6E-A930BA1BDA28}" type="pres">
      <dgm:prSet presAssocID="{1B5842C6-2294-DD41-AE92-4038B06362A1}" presName="hierChild4" presStyleCnt="0"/>
      <dgm:spPr/>
    </dgm:pt>
    <dgm:pt modelId="{AF4984BC-1D39-AF45-95C8-87E956519B54}" type="pres">
      <dgm:prSet presAssocID="{B0D68D4A-711B-984C-8EF2-B94383BD6883}" presName="Name37" presStyleLbl="parChTrans1D4" presStyleIdx="18" presStyleCnt="25"/>
      <dgm:spPr/>
    </dgm:pt>
    <dgm:pt modelId="{13F2B5A7-1009-7E42-A717-F49F205935EB}" type="pres">
      <dgm:prSet presAssocID="{6D472E85-38B5-504B-B46B-44A8E5926EBC}" presName="hierRoot2" presStyleCnt="0">
        <dgm:presLayoutVars>
          <dgm:hierBranch val="init"/>
        </dgm:presLayoutVars>
      </dgm:prSet>
      <dgm:spPr/>
    </dgm:pt>
    <dgm:pt modelId="{F1875A98-FF61-DA4A-8492-718C1DDA6D44}" type="pres">
      <dgm:prSet presAssocID="{6D472E85-38B5-504B-B46B-44A8E5926EBC}" presName="rootComposite" presStyleCnt="0"/>
      <dgm:spPr/>
    </dgm:pt>
    <dgm:pt modelId="{274C3900-57FF-D949-96B0-C221170F5E79}" type="pres">
      <dgm:prSet presAssocID="{6D472E85-38B5-504B-B46B-44A8E5926EBC}" presName="rootText" presStyleLbl="node4" presStyleIdx="18" presStyleCnt="25">
        <dgm:presLayoutVars>
          <dgm:chPref val="3"/>
        </dgm:presLayoutVars>
      </dgm:prSet>
      <dgm:spPr/>
    </dgm:pt>
    <dgm:pt modelId="{CAA81AD6-6009-F34B-981F-B28D84EAEF59}" type="pres">
      <dgm:prSet presAssocID="{6D472E85-38B5-504B-B46B-44A8E5926EBC}" presName="rootConnector" presStyleLbl="node4" presStyleIdx="18" presStyleCnt="25"/>
      <dgm:spPr/>
    </dgm:pt>
    <dgm:pt modelId="{998A9920-1E81-2E40-9144-C9498B7A20DA}" type="pres">
      <dgm:prSet presAssocID="{6D472E85-38B5-504B-B46B-44A8E5926EBC}" presName="hierChild4" presStyleCnt="0"/>
      <dgm:spPr/>
    </dgm:pt>
    <dgm:pt modelId="{3E90519F-32A6-6A49-BC83-131799752B26}" type="pres">
      <dgm:prSet presAssocID="{619CA725-BEF3-4347-8E20-AA79313D45EB}" presName="Name37" presStyleLbl="parChTrans1D4" presStyleIdx="19" presStyleCnt="25"/>
      <dgm:spPr/>
    </dgm:pt>
    <dgm:pt modelId="{8B98E6C0-8956-4542-B5C6-1D13C9E9F052}" type="pres">
      <dgm:prSet presAssocID="{C3DD8175-E53D-A64C-88EB-304AD138FAC5}" presName="hierRoot2" presStyleCnt="0">
        <dgm:presLayoutVars>
          <dgm:hierBranch val="init"/>
        </dgm:presLayoutVars>
      </dgm:prSet>
      <dgm:spPr/>
    </dgm:pt>
    <dgm:pt modelId="{E3DFB396-9A2B-F741-9316-3462975A6833}" type="pres">
      <dgm:prSet presAssocID="{C3DD8175-E53D-A64C-88EB-304AD138FAC5}" presName="rootComposite" presStyleCnt="0"/>
      <dgm:spPr/>
    </dgm:pt>
    <dgm:pt modelId="{E6F62582-08F4-C64B-90F1-8283975319B3}" type="pres">
      <dgm:prSet presAssocID="{C3DD8175-E53D-A64C-88EB-304AD138FAC5}" presName="rootText" presStyleLbl="node4" presStyleIdx="19" presStyleCnt="25">
        <dgm:presLayoutVars>
          <dgm:chPref val="3"/>
        </dgm:presLayoutVars>
      </dgm:prSet>
      <dgm:spPr/>
    </dgm:pt>
    <dgm:pt modelId="{1F890F03-7E08-8B4F-B44C-8BA7CF3CD316}" type="pres">
      <dgm:prSet presAssocID="{C3DD8175-E53D-A64C-88EB-304AD138FAC5}" presName="rootConnector" presStyleLbl="node4" presStyleIdx="19" presStyleCnt="25"/>
      <dgm:spPr/>
    </dgm:pt>
    <dgm:pt modelId="{A34BD9B2-BB7B-B149-A5A2-7C90D512446E}" type="pres">
      <dgm:prSet presAssocID="{C3DD8175-E53D-A64C-88EB-304AD138FAC5}" presName="hierChild4" presStyleCnt="0"/>
      <dgm:spPr/>
    </dgm:pt>
    <dgm:pt modelId="{1C7A409E-2B63-FC41-B86D-72FDBB085537}" type="pres">
      <dgm:prSet presAssocID="{C3DD8175-E53D-A64C-88EB-304AD138FAC5}" presName="hierChild5" presStyleCnt="0"/>
      <dgm:spPr/>
    </dgm:pt>
    <dgm:pt modelId="{E5D14C10-C17D-294C-944C-378345703CBB}" type="pres">
      <dgm:prSet presAssocID="{41BBFDFC-98DE-3F40-8A51-34FF438DD8E7}" presName="Name37" presStyleLbl="parChTrans1D4" presStyleIdx="20" presStyleCnt="25"/>
      <dgm:spPr/>
    </dgm:pt>
    <dgm:pt modelId="{8BD20EFF-882F-B047-BAD5-BFF4461326E0}" type="pres">
      <dgm:prSet presAssocID="{20A5C131-062A-B24E-93D9-B73499BCD8C7}" presName="hierRoot2" presStyleCnt="0">
        <dgm:presLayoutVars>
          <dgm:hierBranch val="init"/>
        </dgm:presLayoutVars>
      </dgm:prSet>
      <dgm:spPr/>
    </dgm:pt>
    <dgm:pt modelId="{26B815B4-FF09-0A4A-BC07-051A2F3BE57A}" type="pres">
      <dgm:prSet presAssocID="{20A5C131-062A-B24E-93D9-B73499BCD8C7}" presName="rootComposite" presStyleCnt="0"/>
      <dgm:spPr/>
    </dgm:pt>
    <dgm:pt modelId="{EFB2AD85-CF34-9E43-97FD-D9DE5CF8F442}" type="pres">
      <dgm:prSet presAssocID="{20A5C131-062A-B24E-93D9-B73499BCD8C7}" presName="rootText" presStyleLbl="node4" presStyleIdx="20" presStyleCnt="25">
        <dgm:presLayoutVars>
          <dgm:chPref val="3"/>
        </dgm:presLayoutVars>
      </dgm:prSet>
      <dgm:spPr/>
    </dgm:pt>
    <dgm:pt modelId="{5E0C0497-EA41-6043-93AD-E0085EE82318}" type="pres">
      <dgm:prSet presAssocID="{20A5C131-062A-B24E-93D9-B73499BCD8C7}" presName="rootConnector" presStyleLbl="node4" presStyleIdx="20" presStyleCnt="25"/>
      <dgm:spPr/>
    </dgm:pt>
    <dgm:pt modelId="{86E83E3B-634A-D640-A936-B7BB2D331C5E}" type="pres">
      <dgm:prSet presAssocID="{20A5C131-062A-B24E-93D9-B73499BCD8C7}" presName="hierChild4" presStyleCnt="0"/>
      <dgm:spPr/>
    </dgm:pt>
    <dgm:pt modelId="{5793C895-DDA5-CD41-9EDC-CA27879B1EF9}" type="pres">
      <dgm:prSet presAssocID="{20A5C131-062A-B24E-93D9-B73499BCD8C7}" presName="hierChild5" presStyleCnt="0"/>
      <dgm:spPr/>
    </dgm:pt>
    <dgm:pt modelId="{DAA73F92-40D3-7446-A888-A552D5D77AC0}" type="pres">
      <dgm:prSet presAssocID="{6D472E85-38B5-504B-B46B-44A8E5926EBC}" presName="hierChild5" presStyleCnt="0"/>
      <dgm:spPr/>
    </dgm:pt>
    <dgm:pt modelId="{FF047D70-2DF7-7D44-AE90-5FCF8CAD6226}" type="pres">
      <dgm:prSet presAssocID="{61492701-29C6-644B-A8BB-D195116C41A2}" presName="Name37" presStyleLbl="parChTrans1D4" presStyleIdx="21" presStyleCnt="25"/>
      <dgm:spPr/>
    </dgm:pt>
    <dgm:pt modelId="{BB2E6240-E9EC-BA4C-A21F-127F034F4709}" type="pres">
      <dgm:prSet presAssocID="{AEA0FD23-6C84-A34E-A1C2-E49600F86F16}" presName="hierRoot2" presStyleCnt="0">
        <dgm:presLayoutVars>
          <dgm:hierBranch val="init"/>
        </dgm:presLayoutVars>
      </dgm:prSet>
      <dgm:spPr/>
    </dgm:pt>
    <dgm:pt modelId="{E63CD6DC-1EFE-2740-A066-2669FAB24308}" type="pres">
      <dgm:prSet presAssocID="{AEA0FD23-6C84-A34E-A1C2-E49600F86F16}" presName="rootComposite" presStyleCnt="0"/>
      <dgm:spPr/>
    </dgm:pt>
    <dgm:pt modelId="{9CEFFBB1-A631-6349-9EA8-112249C0F2C0}" type="pres">
      <dgm:prSet presAssocID="{AEA0FD23-6C84-A34E-A1C2-E49600F86F16}" presName="rootText" presStyleLbl="node4" presStyleIdx="21" presStyleCnt="25">
        <dgm:presLayoutVars>
          <dgm:chPref val="3"/>
        </dgm:presLayoutVars>
      </dgm:prSet>
      <dgm:spPr/>
    </dgm:pt>
    <dgm:pt modelId="{581FC9D4-440D-E84E-B337-D6861C7CCB23}" type="pres">
      <dgm:prSet presAssocID="{AEA0FD23-6C84-A34E-A1C2-E49600F86F16}" presName="rootConnector" presStyleLbl="node4" presStyleIdx="21" presStyleCnt="25"/>
      <dgm:spPr/>
    </dgm:pt>
    <dgm:pt modelId="{4801A59B-EE88-2447-A787-A2B28DBDFA80}" type="pres">
      <dgm:prSet presAssocID="{AEA0FD23-6C84-A34E-A1C2-E49600F86F16}" presName="hierChild4" presStyleCnt="0"/>
      <dgm:spPr/>
    </dgm:pt>
    <dgm:pt modelId="{82A17290-E46A-094B-94FC-C02F3D6D1D16}" type="pres">
      <dgm:prSet presAssocID="{17420ED7-3898-D04E-84DD-B945B333C7BF}" presName="Name37" presStyleLbl="parChTrans1D4" presStyleIdx="22" presStyleCnt="25"/>
      <dgm:spPr/>
    </dgm:pt>
    <dgm:pt modelId="{3DD6C42B-7B2E-8541-A0E5-C5F92D192F54}" type="pres">
      <dgm:prSet presAssocID="{C7DE289B-2BF2-1D4D-A6D4-E94B6586057E}" presName="hierRoot2" presStyleCnt="0">
        <dgm:presLayoutVars>
          <dgm:hierBranch val="init"/>
        </dgm:presLayoutVars>
      </dgm:prSet>
      <dgm:spPr/>
    </dgm:pt>
    <dgm:pt modelId="{D283C970-8E94-5E4D-9CCF-FD09279B5DDB}" type="pres">
      <dgm:prSet presAssocID="{C7DE289B-2BF2-1D4D-A6D4-E94B6586057E}" presName="rootComposite" presStyleCnt="0"/>
      <dgm:spPr/>
    </dgm:pt>
    <dgm:pt modelId="{47300D1A-4944-E247-BB2F-F5B70FEA35BD}" type="pres">
      <dgm:prSet presAssocID="{C7DE289B-2BF2-1D4D-A6D4-E94B6586057E}" presName="rootText" presStyleLbl="node4" presStyleIdx="22" presStyleCnt="25">
        <dgm:presLayoutVars>
          <dgm:chPref val="3"/>
        </dgm:presLayoutVars>
      </dgm:prSet>
      <dgm:spPr/>
    </dgm:pt>
    <dgm:pt modelId="{0D064EA6-31E4-8644-A48A-5B579D3D8ED4}" type="pres">
      <dgm:prSet presAssocID="{C7DE289B-2BF2-1D4D-A6D4-E94B6586057E}" presName="rootConnector" presStyleLbl="node4" presStyleIdx="22" presStyleCnt="25"/>
      <dgm:spPr/>
    </dgm:pt>
    <dgm:pt modelId="{58F8A2D7-1F7E-1440-AF47-719B09851014}" type="pres">
      <dgm:prSet presAssocID="{C7DE289B-2BF2-1D4D-A6D4-E94B6586057E}" presName="hierChild4" presStyleCnt="0"/>
      <dgm:spPr/>
    </dgm:pt>
    <dgm:pt modelId="{F70320AB-D34C-BF47-9C23-6DEF435217AB}" type="pres">
      <dgm:prSet presAssocID="{C7DE289B-2BF2-1D4D-A6D4-E94B6586057E}" presName="hierChild5" presStyleCnt="0"/>
      <dgm:spPr/>
    </dgm:pt>
    <dgm:pt modelId="{DBF7DCE7-56BF-B841-819A-0AD917B85D1D}" type="pres">
      <dgm:prSet presAssocID="{723B8A4F-E581-7848-881C-5FACDDAB9F2B}" presName="Name37" presStyleLbl="parChTrans1D4" presStyleIdx="23" presStyleCnt="25"/>
      <dgm:spPr/>
    </dgm:pt>
    <dgm:pt modelId="{4543202C-D8C0-504F-A79D-3C2D8A2B50FC}" type="pres">
      <dgm:prSet presAssocID="{3C26B6C6-C50C-A447-BC3A-74212E791630}" presName="hierRoot2" presStyleCnt="0">
        <dgm:presLayoutVars>
          <dgm:hierBranch val="init"/>
        </dgm:presLayoutVars>
      </dgm:prSet>
      <dgm:spPr/>
    </dgm:pt>
    <dgm:pt modelId="{A3FA48E7-09CB-4544-8F7B-216D24D0028B}" type="pres">
      <dgm:prSet presAssocID="{3C26B6C6-C50C-A447-BC3A-74212E791630}" presName="rootComposite" presStyleCnt="0"/>
      <dgm:spPr/>
    </dgm:pt>
    <dgm:pt modelId="{59D06E78-9035-BF45-9580-48B374269599}" type="pres">
      <dgm:prSet presAssocID="{3C26B6C6-C50C-A447-BC3A-74212E791630}" presName="rootText" presStyleLbl="node4" presStyleIdx="23" presStyleCnt="25">
        <dgm:presLayoutVars>
          <dgm:chPref val="3"/>
        </dgm:presLayoutVars>
      </dgm:prSet>
      <dgm:spPr/>
    </dgm:pt>
    <dgm:pt modelId="{C9564563-3323-014B-89C9-9168A3931A55}" type="pres">
      <dgm:prSet presAssocID="{3C26B6C6-C50C-A447-BC3A-74212E791630}" presName="rootConnector" presStyleLbl="node4" presStyleIdx="23" presStyleCnt="25"/>
      <dgm:spPr/>
    </dgm:pt>
    <dgm:pt modelId="{851AF91D-90FF-0443-9D1F-510923E41D6B}" type="pres">
      <dgm:prSet presAssocID="{3C26B6C6-C50C-A447-BC3A-74212E791630}" presName="hierChild4" presStyleCnt="0"/>
      <dgm:spPr/>
    </dgm:pt>
    <dgm:pt modelId="{2ED6C149-E58B-514E-8496-B677FE4050FB}" type="pres">
      <dgm:prSet presAssocID="{3C26B6C6-C50C-A447-BC3A-74212E791630}" presName="hierChild5" presStyleCnt="0"/>
      <dgm:spPr/>
    </dgm:pt>
    <dgm:pt modelId="{8A3EB666-F8CE-EC44-8F9B-A9A5B4511541}" type="pres">
      <dgm:prSet presAssocID="{AEA0FD23-6C84-A34E-A1C2-E49600F86F16}" presName="hierChild5" presStyleCnt="0"/>
      <dgm:spPr/>
    </dgm:pt>
    <dgm:pt modelId="{89F15FBD-5A53-224F-A81D-4FDE2B32BE43}" type="pres">
      <dgm:prSet presAssocID="{48737633-FC1E-654E-B2EA-348803B310D6}" presName="Name37" presStyleLbl="parChTrans1D4" presStyleIdx="24" presStyleCnt="25"/>
      <dgm:spPr/>
    </dgm:pt>
    <dgm:pt modelId="{FE63038D-3A51-464A-8E74-C0C7C91A3849}" type="pres">
      <dgm:prSet presAssocID="{80F60F87-81E8-8449-9352-C9187A76836D}" presName="hierRoot2" presStyleCnt="0">
        <dgm:presLayoutVars>
          <dgm:hierBranch val="init"/>
        </dgm:presLayoutVars>
      </dgm:prSet>
      <dgm:spPr/>
    </dgm:pt>
    <dgm:pt modelId="{68D7FD6C-BC24-3042-B05B-07C49430A050}" type="pres">
      <dgm:prSet presAssocID="{80F60F87-81E8-8449-9352-C9187A76836D}" presName="rootComposite" presStyleCnt="0"/>
      <dgm:spPr/>
    </dgm:pt>
    <dgm:pt modelId="{E65E831B-9CC7-A342-8142-BD320216B15E}" type="pres">
      <dgm:prSet presAssocID="{80F60F87-81E8-8449-9352-C9187A76836D}" presName="rootText" presStyleLbl="node4" presStyleIdx="24" presStyleCnt="25">
        <dgm:presLayoutVars>
          <dgm:chPref val="3"/>
        </dgm:presLayoutVars>
      </dgm:prSet>
      <dgm:spPr/>
    </dgm:pt>
    <dgm:pt modelId="{867C0FA9-2510-774E-A0B8-96F75CFCB1E0}" type="pres">
      <dgm:prSet presAssocID="{80F60F87-81E8-8449-9352-C9187A76836D}" presName="rootConnector" presStyleLbl="node4" presStyleIdx="24" presStyleCnt="25"/>
      <dgm:spPr/>
    </dgm:pt>
    <dgm:pt modelId="{42F4C8D6-C52C-B845-8162-CB9ED7212B84}" type="pres">
      <dgm:prSet presAssocID="{80F60F87-81E8-8449-9352-C9187A76836D}" presName="hierChild4" presStyleCnt="0"/>
      <dgm:spPr/>
    </dgm:pt>
    <dgm:pt modelId="{41BBA0DC-EF3F-D14D-9487-1EF92F08E633}" type="pres">
      <dgm:prSet presAssocID="{80F60F87-81E8-8449-9352-C9187A76836D}" presName="hierChild5" presStyleCnt="0"/>
      <dgm:spPr/>
    </dgm:pt>
    <dgm:pt modelId="{C149258C-CB44-5946-88D7-ECCE17272A1A}" type="pres">
      <dgm:prSet presAssocID="{1B5842C6-2294-DD41-AE92-4038B06362A1}" presName="hierChild5" presStyleCnt="0"/>
      <dgm:spPr/>
    </dgm:pt>
    <dgm:pt modelId="{71050C65-87AC-4D46-89DE-586E8BA2CACD}" type="pres">
      <dgm:prSet presAssocID="{FD7F9BE7-E03F-9C49-B189-B6875E2407A7}" presName="Name37" presStyleLbl="parChTrans1D3" presStyleIdx="17" presStyleCnt="22"/>
      <dgm:spPr/>
    </dgm:pt>
    <dgm:pt modelId="{9692A736-7C23-5645-BBAA-BCD9DF813B36}" type="pres">
      <dgm:prSet presAssocID="{33DAE7DA-1D80-0C4C-A95B-47725CCFBB57}" presName="hierRoot2" presStyleCnt="0">
        <dgm:presLayoutVars>
          <dgm:hierBranch val="init"/>
        </dgm:presLayoutVars>
      </dgm:prSet>
      <dgm:spPr/>
    </dgm:pt>
    <dgm:pt modelId="{6D7D76CF-6A85-8045-88C9-A3002339D5DA}" type="pres">
      <dgm:prSet presAssocID="{33DAE7DA-1D80-0C4C-A95B-47725CCFBB57}" presName="rootComposite" presStyleCnt="0"/>
      <dgm:spPr/>
    </dgm:pt>
    <dgm:pt modelId="{153B4E4D-5751-644A-8FB4-528952009F68}" type="pres">
      <dgm:prSet presAssocID="{33DAE7DA-1D80-0C4C-A95B-47725CCFBB57}" presName="rootText" presStyleLbl="node3" presStyleIdx="17" presStyleCnt="22">
        <dgm:presLayoutVars>
          <dgm:chPref val="3"/>
        </dgm:presLayoutVars>
      </dgm:prSet>
      <dgm:spPr/>
    </dgm:pt>
    <dgm:pt modelId="{C752082B-7149-5F4E-95C4-A7755BEF3803}" type="pres">
      <dgm:prSet presAssocID="{33DAE7DA-1D80-0C4C-A95B-47725CCFBB57}" presName="rootConnector" presStyleLbl="node3" presStyleIdx="17" presStyleCnt="22"/>
      <dgm:spPr/>
    </dgm:pt>
    <dgm:pt modelId="{42B4A0D2-C309-1144-9CAC-81FFD545CEEA}" type="pres">
      <dgm:prSet presAssocID="{33DAE7DA-1D80-0C4C-A95B-47725CCFBB57}" presName="hierChild4" presStyleCnt="0"/>
      <dgm:spPr/>
    </dgm:pt>
    <dgm:pt modelId="{4C274A00-E7A1-D942-AD08-157BD7A48BC3}" type="pres">
      <dgm:prSet presAssocID="{33DAE7DA-1D80-0C4C-A95B-47725CCFBB57}" presName="hierChild5" presStyleCnt="0"/>
      <dgm:spPr/>
    </dgm:pt>
    <dgm:pt modelId="{DBF0A01A-D22D-7041-8A65-6969109BBD78}" type="pres">
      <dgm:prSet presAssocID="{BB4A7794-C7AE-5B40-B606-7B76BB7AA373}" presName="Name37" presStyleLbl="parChTrans1D3" presStyleIdx="18" presStyleCnt="22"/>
      <dgm:spPr/>
    </dgm:pt>
    <dgm:pt modelId="{19220EED-CA6E-B14E-9041-DEB37305D6C0}" type="pres">
      <dgm:prSet presAssocID="{AC0B6F88-2404-3A49-AE8A-8ADF8412EFA2}" presName="hierRoot2" presStyleCnt="0">
        <dgm:presLayoutVars>
          <dgm:hierBranch val="init"/>
        </dgm:presLayoutVars>
      </dgm:prSet>
      <dgm:spPr/>
    </dgm:pt>
    <dgm:pt modelId="{559141D3-DE33-F347-8A8D-B798EBDB712D}" type="pres">
      <dgm:prSet presAssocID="{AC0B6F88-2404-3A49-AE8A-8ADF8412EFA2}" presName="rootComposite" presStyleCnt="0"/>
      <dgm:spPr/>
    </dgm:pt>
    <dgm:pt modelId="{D0B812B1-3932-BB4C-8730-A264DBF5F02E}" type="pres">
      <dgm:prSet presAssocID="{AC0B6F88-2404-3A49-AE8A-8ADF8412EFA2}" presName="rootText" presStyleLbl="node3" presStyleIdx="18" presStyleCnt="22">
        <dgm:presLayoutVars>
          <dgm:chPref val="3"/>
        </dgm:presLayoutVars>
      </dgm:prSet>
      <dgm:spPr/>
    </dgm:pt>
    <dgm:pt modelId="{E9262346-C641-E947-A2BA-83367BB920C5}" type="pres">
      <dgm:prSet presAssocID="{AC0B6F88-2404-3A49-AE8A-8ADF8412EFA2}" presName="rootConnector" presStyleLbl="node3" presStyleIdx="18" presStyleCnt="22"/>
      <dgm:spPr/>
    </dgm:pt>
    <dgm:pt modelId="{8DB20048-5695-AA46-AAF2-97C0C0CBFEB7}" type="pres">
      <dgm:prSet presAssocID="{AC0B6F88-2404-3A49-AE8A-8ADF8412EFA2}" presName="hierChild4" presStyleCnt="0"/>
      <dgm:spPr/>
    </dgm:pt>
    <dgm:pt modelId="{0FD52DDF-4BE8-E448-AA85-B40FAED670CD}" type="pres">
      <dgm:prSet presAssocID="{AC0B6F88-2404-3A49-AE8A-8ADF8412EFA2}" presName="hierChild5" presStyleCnt="0"/>
      <dgm:spPr/>
    </dgm:pt>
    <dgm:pt modelId="{AA646EED-FB2E-9E47-A8A2-715AF0688567}" type="pres">
      <dgm:prSet presAssocID="{04969BA1-8E0F-1948-B758-8830681DF978}" presName="hierChild5" presStyleCnt="0"/>
      <dgm:spPr/>
    </dgm:pt>
    <dgm:pt modelId="{8C6F14D3-9777-0E46-A57C-9E1B33AA9653}" type="pres">
      <dgm:prSet presAssocID="{B2F8164F-8310-AD4B-97FE-3972FDA30F2C}" presName="Name37" presStyleLbl="parChTrans1D2" presStyleIdx="5" presStyleCnt="6"/>
      <dgm:spPr/>
    </dgm:pt>
    <dgm:pt modelId="{D828D04D-3AA1-FE40-B03B-FB828ED4F32F}" type="pres">
      <dgm:prSet presAssocID="{E72D2E76-1438-8D46-9784-90FA178C4911}" presName="hierRoot2" presStyleCnt="0">
        <dgm:presLayoutVars>
          <dgm:hierBranch val="init"/>
        </dgm:presLayoutVars>
      </dgm:prSet>
      <dgm:spPr/>
    </dgm:pt>
    <dgm:pt modelId="{F3FA3786-A58B-DB49-907A-02CE48EE7426}" type="pres">
      <dgm:prSet presAssocID="{E72D2E76-1438-8D46-9784-90FA178C4911}" presName="rootComposite" presStyleCnt="0"/>
      <dgm:spPr/>
    </dgm:pt>
    <dgm:pt modelId="{57340DD1-3080-E946-ACAE-08CF8BD43E99}" type="pres">
      <dgm:prSet presAssocID="{E72D2E76-1438-8D46-9784-90FA178C4911}" presName="rootText" presStyleLbl="node2" presStyleIdx="5" presStyleCnt="6">
        <dgm:presLayoutVars>
          <dgm:chPref val="3"/>
        </dgm:presLayoutVars>
      </dgm:prSet>
      <dgm:spPr/>
    </dgm:pt>
    <dgm:pt modelId="{132ACCA4-4241-0648-A01E-6A57196AFB07}" type="pres">
      <dgm:prSet presAssocID="{E72D2E76-1438-8D46-9784-90FA178C4911}" presName="rootConnector" presStyleLbl="node2" presStyleIdx="5" presStyleCnt="6"/>
      <dgm:spPr/>
    </dgm:pt>
    <dgm:pt modelId="{003AE075-459B-274A-87F1-F9B19D08D9BA}" type="pres">
      <dgm:prSet presAssocID="{E72D2E76-1438-8D46-9784-90FA178C4911}" presName="hierChild4" presStyleCnt="0"/>
      <dgm:spPr/>
    </dgm:pt>
    <dgm:pt modelId="{76D540AB-236C-CF40-85F1-00FAEB96D077}" type="pres">
      <dgm:prSet presAssocID="{6A636882-D2AF-E14F-9368-1B65081C9F92}" presName="Name37" presStyleLbl="parChTrans1D3" presStyleIdx="19" presStyleCnt="22"/>
      <dgm:spPr/>
    </dgm:pt>
    <dgm:pt modelId="{1E372D5D-C3D0-E64F-80CA-459970C93A10}" type="pres">
      <dgm:prSet presAssocID="{B1FD795B-FE5E-C14A-9309-24B42D2DB688}" presName="hierRoot2" presStyleCnt="0">
        <dgm:presLayoutVars>
          <dgm:hierBranch val="init"/>
        </dgm:presLayoutVars>
      </dgm:prSet>
      <dgm:spPr/>
    </dgm:pt>
    <dgm:pt modelId="{A67C9299-DB0C-5F46-B8AE-63059F767A38}" type="pres">
      <dgm:prSet presAssocID="{B1FD795B-FE5E-C14A-9309-24B42D2DB688}" presName="rootComposite" presStyleCnt="0"/>
      <dgm:spPr/>
    </dgm:pt>
    <dgm:pt modelId="{B01D1C1C-A239-BA4A-B128-2CEBD2F5B788}" type="pres">
      <dgm:prSet presAssocID="{B1FD795B-FE5E-C14A-9309-24B42D2DB688}" presName="rootText" presStyleLbl="node3" presStyleIdx="19" presStyleCnt="22">
        <dgm:presLayoutVars>
          <dgm:chPref val="3"/>
        </dgm:presLayoutVars>
      </dgm:prSet>
      <dgm:spPr/>
    </dgm:pt>
    <dgm:pt modelId="{63F1FC69-B70A-AE42-85D1-0AB4FA2087E8}" type="pres">
      <dgm:prSet presAssocID="{B1FD795B-FE5E-C14A-9309-24B42D2DB688}" presName="rootConnector" presStyleLbl="node3" presStyleIdx="19" presStyleCnt="22"/>
      <dgm:spPr/>
    </dgm:pt>
    <dgm:pt modelId="{6F519575-92DE-4646-A96B-52D077C1AEC0}" type="pres">
      <dgm:prSet presAssocID="{B1FD795B-FE5E-C14A-9309-24B42D2DB688}" presName="hierChild4" presStyleCnt="0"/>
      <dgm:spPr/>
    </dgm:pt>
    <dgm:pt modelId="{5B2D35AA-E1CE-AE47-A0D8-FCCD4997B49E}" type="pres">
      <dgm:prSet presAssocID="{B1FD795B-FE5E-C14A-9309-24B42D2DB688}" presName="hierChild5" presStyleCnt="0"/>
      <dgm:spPr/>
    </dgm:pt>
    <dgm:pt modelId="{24075661-CE3E-8644-8CA5-DB2858285C07}" type="pres">
      <dgm:prSet presAssocID="{24805286-C409-6F4E-AE1C-E44823A0DAED}" presName="Name37" presStyleLbl="parChTrans1D3" presStyleIdx="20" presStyleCnt="22"/>
      <dgm:spPr/>
    </dgm:pt>
    <dgm:pt modelId="{A43697A6-541C-D748-AB82-8C8184F939EF}" type="pres">
      <dgm:prSet presAssocID="{CC87EAC7-81A7-1947-A975-2FC8B1297ACB}" presName="hierRoot2" presStyleCnt="0">
        <dgm:presLayoutVars>
          <dgm:hierBranch val="init"/>
        </dgm:presLayoutVars>
      </dgm:prSet>
      <dgm:spPr/>
    </dgm:pt>
    <dgm:pt modelId="{01D53248-BD78-4F48-A7E7-B6FC2F4BBE1D}" type="pres">
      <dgm:prSet presAssocID="{CC87EAC7-81A7-1947-A975-2FC8B1297ACB}" presName="rootComposite" presStyleCnt="0"/>
      <dgm:spPr/>
    </dgm:pt>
    <dgm:pt modelId="{5208367F-1E67-054B-B5CA-B1A29466C1B7}" type="pres">
      <dgm:prSet presAssocID="{CC87EAC7-81A7-1947-A975-2FC8B1297ACB}" presName="rootText" presStyleLbl="node3" presStyleIdx="20" presStyleCnt="22">
        <dgm:presLayoutVars>
          <dgm:chPref val="3"/>
        </dgm:presLayoutVars>
      </dgm:prSet>
      <dgm:spPr/>
    </dgm:pt>
    <dgm:pt modelId="{A4531C4A-2BF1-6146-B441-5FB078D8DBB2}" type="pres">
      <dgm:prSet presAssocID="{CC87EAC7-81A7-1947-A975-2FC8B1297ACB}" presName="rootConnector" presStyleLbl="node3" presStyleIdx="20" presStyleCnt="22"/>
      <dgm:spPr/>
    </dgm:pt>
    <dgm:pt modelId="{935D3849-DC9F-FA48-A5B2-F877F470BAE1}" type="pres">
      <dgm:prSet presAssocID="{CC87EAC7-81A7-1947-A975-2FC8B1297ACB}" presName="hierChild4" presStyleCnt="0"/>
      <dgm:spPr/>
    </dgm:pt>
    <dgm:pt modelId="{745956A5-BDE7-B84E-AD2E-FD0121483313}" type="pres">
      <dgm:prSet presAssocID="{CC87EAC7-81A7-1947-A975-2FC8B1297ACB}" presName="hierChild5" presStyleCnt="0"/>
      <dgm:spPr/>
    </dgm:pt>
    <dgm:pt modelId="{B1709B71-D254-9048-BD6F-88620B293FF2}" type="pres">
      <dgm:prSet presAssocID="{BE7BAB09-EAA4-6A41-83FA-901A53371BB8}" presName="Name37" presStyleLbl="parChTrans1D3" presStyleIdx="21" presStyleCnt="22"/>
      <dgm:spPr/>
    </dgm:pt>
    <dgm:pt modelId="{91C88B06-7A07-974A-8E8D-54E3BF517C3E}" type="pres">
      <dgm:prSet presAssocID="{0A60512E-025F-3C49-AE94-6332FB58738A}" presName="hierRoot2" presStyleCnt="0">
        <dgm:presLayoutVars>
          <dgm:hierBranch val="init"/>
        </dgm:presLayoutVars>
      </dgm:prSet>
      <dgm:spPr/>
    </dgm:pt>
    <dgm:pt modelId="{1F92BFAF-790B-1D4B-BFE0-ADF3739BEB3C}" type="pres">
      <dgm:prSet presAssocID="{0A60512E-025F-3C49-AE94-6332FB58738A}" presName="rootComposite" presStyleCnt="0"/>
      <dgm:spPr/>
    </dgm:pt>
    <dgm:pt modelId="{1CDB0121-1B51-7C43-A340-45C5623B1F67}" type="pres">
      <dgm:prSet presAssocID="{0A60512E-025F-3C49-AE94-6332FB58738A}" presName="rootText" presStyleLbl="node3" presStyleIdx="21" presStyleCnt="22">
        <dgm:presLayoutVars>
          <dgm:chPref val="3"/>
        </dgm:presLayoutVars>
      </dgm:prSet>
      <dgm:spPr/>
    </dgm:pt>
    <dgm:pt modelId="{847FB5A4-CC29-0048-8B7E-01EE3B3F94A7}" type="pres">
      <dgm:prSet presAssocID="{0A60512E-025F-3C49-AE94-6332FB58738A}" presName="rootConnector" presStyleLbl="node3" presStyleIdx="21" presStyleCnt="22"/>
      <dgm:spPr/>
    </dgm:pt>
    <dgm:pt modelId="{98423AA2-5AE6-454B-A6FB-DB7474017DCE}" type="pres">
      <dgm:prSet presAssocID="{0A60512E-025F-3C49-AE94-6332FB58738A}" presName="hierChild4" presStyleCnt="0"/>
      <dgm:spPr/>
    </dgm:pt>
    <dgm:pt modelId="{8DDC7AE9-4138-0041-9225-67FACBC8F1D1}" type="pres">
      <dgm:prSet presAssocID="{0A60512E-025F-3C49-AE94-6332FB58738A}" presName="hierChild5" presStyleCnt="0"/>
      <dgm:spPr/>
    </dgm:pt>
    <dgm:pt modelId="{6758EC4F-872E-AA46-8449-219C91682560}" type="pres">
      <dgm:prSet presAssocID="{E72D2E76-1438-8D46-9784-90FA178C4911}" presName="hierChild5" presStyleCnt="0"/>
      <dgm:spPr/>
    </dgm:pt>
    <dgm:pt modelId="{591405B4-4EFC-3D4B-A911-9A5535C0E8B3}" type="pres">
      <dgm:prSet presAssocID="{4CA5AAE6-E842-814C-922A-EA13A4487E1C}" presName="hierChild3" presStyleCnt="0"/>
      <dgm:spPr/>
    </dgm:pt>
  </dgm:ptLst>
  <dgm:cxnLst>
    <dgm:cxn modelId="{69F32502-B786-884F-A43E-5C037FCC5F64}" type="presOf" srcId="{D6F8A916-CC4E-BE41-AF3F-C918C75A0C77}" destId="{223257FE-93C0-FE4F-A7C7-FB86E65355C3}" srcOrd="1" destOrd="0" presId="urn:microsoft.com/office/officeart/2005/8/layout/orgChart1"/>
    <dgm:cxn modelId="{710A7002-55B8-B54E-985F-FDFC1965A4B5}" type="presOf" srcId="{AABC591D-9124-9B47-809F-35A216B246E8}" destId="{0172073F-9004-0A4E-A46B-CA59CDF3B3BA}" srcOrd="0" destOrd="0" presId="urn:microsoft.com/office/officeart/2005/8/layout/orgChart1"/>
    <dgm:cxn modelId="{7F1D4704-8DCD-414A-8D25-FC781A6A9142}" type="presOf" srcId="{1B5842C6-2294-DD41-AE92-4038B06362A1}" destId="{C5D80830-7429-6143-B114-B41705EF5EF1}" srcOrd="0" destOrd="0" presId="urn:microsoft.com/office/officeart/2005/8/layout/orgChart1"/>
    <dgm:cxn modelId="{87BC2908-136B-8D46-857B-5D9C9D59E047}" type="presOf" srcId="{A44CEA0E-40C4-0D48-9E46-6A334DE8454C}" destId="{3CB640E6-C380-F94A-AA95-5B84A8618DBD}" srcOrd="0" destOrd="0" presId="urn:microsoft.com/office/officeart/2005/8/layout/orgChart1"/>
    <dgm:cxn modelId="{8A128509-972B-A744-9008-732E5B62A3DD}" type="presOf" srcId="{41BBFDFC-98DE-3F40-8A51-34FF438DD8E7}" destId="{E5D14C10-C17D-294C-944C-378345703CBB}" srcOrd="0" destOrd="0" presId="urn:microsoft.com/office/officeart/2005/8/layout/orgChart1"/>
    <dgm:cxn modelId="{6C88C909-FA70-1B40-A74C-687262B5BFA3}" srcId="{4132CFA7-FD95-9449-B5A3-351FC30E6530}" destId="{B731AC1D-7A95-814A-8A7F-F335B9F3715F}" srcOrd="5" destOrd="0" parTransId="{08264C02-4334-F444-A24A-E62ABE76C281}" sibTransId="{2985EBE6-0D36-954D-8F87-6C17955FC20F}"/>
    <dgm:cxn modelId="{2812470A-6325-3845-A45B-E74D97307D1F}" type="presOf" srcId="{3C26B6C6-C50C-A447-BC3A-74212E791630}" destId="{C9564563-3323-014B-89C9-9168A3931A55}" srcOrd="1" destOrd="0" presId="urn:microsoft.com/office/officeart/2005/8/layout/orgChart1"/>
    <dgm:cxn modelId="{EBC6D20B-118B-6D44-822E-A14F0299A825}" type="presOf" srcId="{CA360E9F-B4CB-5E4A-8CAF-1548861C03F1}" destId="{A700FD91-090C-774D-BE3C-2229A09C199B}" srcOrd="0" destOrd="0" presId="urn:microsoft.com/office/officeart/2005/8/layout/orgChart1"/>
    <dgm:cxn modelId="{6B5E750C-73B6-BA4D-B879-65663C3B448B}" type="presOf" srcId="{C3DD8175-E53D-A64C-88EB-304AD138FAC5}" destId="{1F890F03-7E08-8B4F-B44C-8BA7CF3CD316}" srcOrd="1" destOrd="0" presId="urn:microsoft.com/office/officeart/2005/8/layout/orgChart1"/>
    <dgm:cxn modelId="{9FD4BD0C-CB09-B24E-87C7-EDC35D86F654}" type="presOf" srcId="{20A5C131-062A-B24E-93D9-B73499BCD8C7}" destId="{EFB2AD85-CF34-9E43-97FD-D9DE5CF8F442}" srcOrd="0" destOrd="0" presId="urn:microsoft.com/office/officeart/2005/8/layout/orgChart1"/>
    <dgm:cxn modelId="{2598D40F-6EB9-D04D-B685-726447CD62DA}" type="presOf" srcId="{B013E737-3055-3A43-86F7-BA9FFBE0C0F4}" destId="{7E85A872-46C8-6041-A9AA-498C665DDBC6}" srcOrd="0" destOrd="0" presId="urn:microsoft.com/office/officeart/2005/8/layout/orgChart1"/>
    <dgm:cxn modelId="{E1711210-8ADC-D142-8DEB-0ECDEB9AEB5D}" srcId="{535526AF-6DFD-1C4F-BD18-EEF6FFE8D093}" destId="{65CD1EE5-D209-0447-9CC8-696997E581F2}" srcOrd="0" destOrd="0" parTransId="{57A18FFB-8C5B-7446-ADCA-CD683A56ECE6}" sibTransId="{BE386B14-3CDC-304C-B6C9-476AB93F8766}"/>
    <dgm:cxn modelId="{8BC55310-894B-1D4E-B8C7-809C942D2BFF}" type="presOf" srcId="{49F4B116-AF85-DF4A-A13D-C16DC5A3309C}" destId="{5A85BD44-4ADA-074E-B35A-983EDFF7598B}" srcOrd="0" destOrd="0" presId="urn:microsoft.com/office/officeart/2005/8/layout/orgChart1"/>
    <dgm:cxn modelId="{43197712-4146-3549-9F7C-629BA66BB3D0}" srcId="{4CA5AAE6-E842-814C-922A-EA13A4487E1C}" destId="{FD0A935B-2000-F441-B018-AAF5D626E099}" srcOrd="0" destOrd="0" parTransId="{24479812-F92E-1545-9AAA-C4369FEA9837}" sibTransId="{0B5BBA1E-7F86-5A4A-BD36-C06AD5ECC02F}"/>
    <dgm:cxn modelId="{87AE0113-E28C-3644-B83B-65FC94AF4FDB}" type="presOf" srcId="{78F28D86-7887-C64E-AA27-6743D1E7A6CE}" destId="{25AFE104-E78A-F246-B612-8EB9BCB0BE70}" srcOrd="0" destOrd="0" presId="urn:microsoft.com/office/officeart/2005/8/layout/orgChart1"/>
    <dgm:cxn modelId="{DA322E16-687E-6748-9C91-F7F4094CC1E4}" type="presOf" srcId="{AC0B6F88-2404-3A49-AE8A-8ADF8412EFA2}" destId="{D0B812B1-3932-BB4C-8730-A264DBF5F02E}" srcOrd="0" destOrd="0" presId="urn:microsoft.com/office/officeart/2005/8/layout/orgChart1"/>
    <dgm:cxn modelId="{7814DC16-A07F-6740-9492-9ED9040309F9}" srcId="{5DFE6A49-7123-844B-924F-3DC4DBF8F3B0}" destId="{AABC591D-9124-9B47-809F-35A216B246E8}" srcOrd="4" destOrd="0" parTransId="{D0DFDDEC-9846-9649-B99C-53D72E44171B}" sibTransId="{414A51D3-5E7F-FA4E-A78F-787ED207547D}"/>
    <dgm:cxn modelId="{52325317-6916-9742-B3F9-83E246D88097}" srcId="{B013E737-3055-3A43-86F7-BA9FFBE0C0F4}" destId="{4CA5AAE6-E842-814C-922A-EA13A4487E1C}" srcOrd="0" destOrd="0" parTransId="{716E18A7-8F72-9040-B886-7E817CD9FAFC}" sibTransId="{5BB0A2B6-6A92-A745-88D9-7FC182253BC6}"/>
    <dgm:cxn modelId="{876C4D19-B456-3D4C-8E8D-4D2EA3814679}" srcId="{1B5842C6-2294-DD41-AE92-4038B06362A1}" destId="{AEA0FD23-6C84-A34E-A1C2-E49600F86F16}" srcOrd="1" destOrd="0" parTransId="{61492701-29C6-644B-A8BB-D195116C41A2}" sibTransId="{E9326909-0E10-2344-A050-392A46678A1C}"/>
    <dgm:cxn modelId="{02A5681B-A365-734F-8A10-128890919C41}" type="presOf" srcId="{B1FD795B-FE5E-C14A-9309-24B42D2DB688}" destId="{B01D1C1C-A239-BA4A-B128-2CEBD2F5B788}" srcOrd="0" destOrd="0" presId="urn:microsoft.com/office/officeart/2005/8/layout/orgChart1"/>
    <dgm:cxn modelId="{5DABFE1B-683A-F944-ADF8-C3C466C13BC5}" srcId="{6D472E85-38B5-504B-B46B-44A8E5926EBC}" destId="{C3DD8175-E53D-A64C-88EB-304AD138FAC5}" srcOrd="0" destOrd="0" parTransId="{619CA725-BEF3-4347-8E20-AA79313D45EB}" sibTransId="{C01160B8-6192-CF4D-A31A-1A1C84E4BD8C}"/>
    <dgm:cxn modelId="{30179F20-EF07-7C43-A3C6-35DFC27A9175}" type="presOf" srcId="{125E7774-CCAD-B645-AC93-62674C074C9A}" destId="{8C17CB76-B762-6644-B1AE-FDCAF1337D90}" srcOrd="0" destOrd="0" presId="urn:microsoft.com/office/officeart/2005/8/layout/orgChart1"/>
    <dgm:cxn modelId="{34568321-D84A-A54D-B3E7-AFCF0C1CAEA6}" type="presOf" srcId="{6D472E85-38B5-504B-B46B-44A8E5926EBC}" destId="{CAA81AD6-6009-F34B-981F-B28D84EAEF59}" srcOrd="1" destOrd="0" presId="urn:microsoft.com/office/officeart/2005/8/layout/orgChart1"/>
    <dgm:cxn modelId="{8648F421-1528-3F4A-9CCE-1BF3439A2C52}" type="presOf" srcId="{02F013D4-18F8-794C-9E39-270D7DE2E4B4}" destId="{678915C4-1798-EF43-810A-5FA56FE7B87F}" srcOrd="0" destOrd="0" presId="urn:microsoft.com/office/officeart/2005/8/layout/orgChart1"/>
    <dgm:cxn modelId="{16210F23-855C-1141-B8A7-7AF9355D7346}" srcId="{E72D2E76-1438-8D46-9784-90FA178C4911}" destId="{0A60512E-025F-3C49-AE94-6332FB58738A}" srcOrd="2" destOrd="0" parTransId="{BE7BAB09-EAA4-6A41-83FA-901A53371BB8}" sibTransId="{DDF9CEA7-9AF3-364B-ADA1-27BFE424BB86}"/>
    <dgm:cxn modelId="{3C4CD824-D6E2-234B-9EF5-315CDAD648FD}" type="presOf" srcId="{0A60512E-025F-3C49-AE94-6332FB58738A}" destId="{1CDB0121-1B51-7C43-A340-45C5623B1F67}" srcOrd="0" destOrd="0" presId="urn:microsoft.com/office/officeart/2005/8/layout/orgChart1"/>
    <dgm:cxn modelId="{44F89D26-96B4-4344-9B75-BB23DC9169F3}" srcId="{E72D2E76-1438-8D46-9784-90FA178C4911}" destId="{CC87EAC7-81A7-1947-A975-2FC8B1297ACB}" srcOrd="1" destOrd="0" parTransId="{24805286-C409-6F4E-AE1C-E44823A0DAED}" sibTransId="{6A4E1BD7-44EA-D240-A6F8-9A61F00B44B7}"/>
    <dgm:cxn modelId="{D0EC1D27-28BB-594F-B57A-35FF22EE70BA}" srcId="{72A0DCDE-B6A5-A14D-9E25-A469EC81FC99}" destId="{835DE79A-9C7B-5647-847E-22B575F98C91}" srcOrd="1" destOrd="0" parTransId="{87906866-AA43-5E40-ADA4-E89B1666D945}" sibTransId="{F2C12C5F-FEAD-914D-AF72-1707B21D4531}"/>
    <dgm:cxn modelId="{A6858027-F4DB-1B4D-BF4C-65C8CA069E5A}" type="presOf" srcId="{62D9B41E-D7F4-BA43-BC8A-AAB78E7D676C}" destId="{2310A339-7B1F-1C44-8D17-F92085948CCC}" srcOrd="0" destOrd="0" presId="urn:microsoft.com/office/officeart/2005/8/layout/orgChart1"/>
    <dgm:cxn modelId="{76989327-37ED-0145-A078-42833E8E258D}" type="presOf" srcId="{BB4A7794-C7AE-5B40-B606-7B76BB7AA373}" destId="{DBF0A01A-D22D-7041-8A65-6969109BBD78}" srcOrd="0" destOrd="0" presId="urn:microsoft.com/office/officeart/2005/8/layout/orgChart1"/>
    <dgm:cxn modelId="{0C095A28-1E70-1046-91CD-593E6CD7AA43}" type="presOf" srcId="{872CFCFC-E5FF-864D-B954-D956D89B2926}" destId="{19640D62-AE02-1049-8375-EAB18D784CC7}" srcOrd="0" destOrd="0" presId="urn:microsoft.com/office/officeart/2005/8/layout/orgChart1"/>
    <dgm:cxn modelId="{5A5DCD28-7892-9148-AC48-8C99881F8615}" srcId="{1B5842C6-2294-DD41-AE92-4038B06362A1}" destId="{80F60F87-81E8-8449-9352-C9187A76836D}" srcOrd="2" destOrd="0" parTransId="{48737633-FC1E-654E-B2EA-348803B310D6}" sibTransId="{397B0A36-616B-2E4F-91A9-1104869E1C68}"/>
    <dgm:cxn modelId="{C0B8E529-1F59-4E4C-8544-5C7BBF5EE2D8}" type="presOf" srcId="{7387BA4D-0B1E-6C47-9462-5385AED4C801}" destId="{3583C22A-EBAD-644F-9316-EFA0F0BDC6F1}" srcOrd="1" destOrd="0" presId="urn:microsoft.com/office/officeart/2005/8/layout/orgChart1"/>
    <dgm:cxn modelId="{C4B92E2A-3039-954F-9FC2-F2D624726886}" type="presOf" srcId="{51E7620A-DEE6-9146-9BCD-EBDDF92E246E}" destId="{BC4EB6DE-3E94-A940-B2B5-1C3CD39CC0F3}" srcOrd="0" destOrd="0" presId="urn:microsoft.com/office/officeart/2005/8/layout/orgChart1"/>
    <dgm:cxn modelId="{8932052B-78E4-6347-861A-5C9F7126FD56}" type="presOf" srcId="{7C76B141-BC3B-FB48-B1EC-6CB2ED8EF919}" destId="{D7B65C47-67B3-0C4A-9683-A134CBB7054E}" srcOrd="0" destOrd="0" presId="urn:microsoft.com/office/officeart/2005/8/layout/orgChart1"/>
    <dgm:cxn modelId="{DA495A2B-6066-1C4E-AC73-D89285BB2785}" type="presOf" srcId="{9F0C836F-7130-4441-AFF1-57394A4BA0BA}" destId="{6F79DB36-34D7-9242-9F91-AE3F4DE7060E}" srcOrd="0" destOrd="0" presId="urn:microsoft.com/office/officeart/2005/8/layout/orgChart1"/>
    <dgm:cxn modelId="{F83F4C2C-C38E-A645-B220-C87CFDB02F89}" type="presOf" srcId="{861670E3-42FC-0C48-97A4-A93B18ABC74A}" destId="{C1235C49-A896-DB40-BA1B-4B705EBE82F0}" srcOrd="0" destOrd="0" presId="urn:microsoft.com/office/officeart/2005/8/layout/orgChart1"/>
    <dgm:cxn modelId="{9A47FE2C-D9AA-B640-92F5-8937A4F035A0}" srcId="{04969BA1-8E0F-1948-B758-8830681DF978}" destId="{33DAE7DA-1D80-0C4C-A95B-47725CCFBB57}" srcOrd="1" destOrd="0" parTransId="{FD7F9BE7-E03F-9C49-B189-B6875E2407A7}" sibTransId="{FB1231E6-5FE1-3346-B071-D16CB8BC85F7}"/>
    <dgm:cxn modelId="{47EF4830-FF7D-EA41-BBA5-C3416037EA86}" type="presOf" srcId="{835DE79A-9C7B-5647-847E-22B575F98C91}" destId="{9D031FEB-62AC-7A4E-BDD5-FE53E6CA6C30}" srcOrd="0" destOrd="0" presId="urn:microsoft.com/office/officeart/2005/8/layout/orgChart1"/>
    <dgm:cxn modelId="{275DE230-667F-644F-8277-36E94D837EE4}" type="presOf" srcId="{E72D2E76-1438-8D46-9784-90FA178C4911}" destId="{57340DD1-3080-E946-ACAE-08CF8BD43E99}" srcOrd="0" destOrd="0" presId="urn:microsoft.com/office/officeart/2005/8/layout/orgChart1"/>
    <dgm:cxn modelId="{D8080B31-2ACB-E344-81E7-2A0F717D2E1F}" type="presOf" srcId="{78F28D86-7887-C64E-AA27-6743D1E7A6CE}" destId="{B0D95D0B-36EF-0749-A759-070EEDA7DC09}" srcOrd="1" destOrd="0" presId="urn:microsoft.com/office/officeart/2005/8/layout/orgChart1"/>
    <dgm:cxn modelId="{BDA3B331-6A30-4343-B5CE-2945DB634B16}" type="presOf" srcId="{5EA6BFCF-D3E8-3949-B4C3-F0EDB1A98FF1}" destId="{AAB70A5A-692D-134D-8D73-4162B1BBC059}" srcOrd="0" destOrd="0" presId="urn:microsoft.com/office/officeart/2005/8/layout/orgChart1"/>
    <dgm:cxn modelId="{079EDF31-DAB7-C747-92AA-681C57531068}" type="presOf" srcId="{08264C02-4334-F444-A24A-E62ABE76C281}" destId="{931B3B60-D4D7-5F4A-AA5C-C31700B7621C}" srcOrd="0" destOrd="0" presId="urn:microsoft.com/office/officeart/2005/8/layout/orgChart1"/>
    <dgm:cxn modelId="{049A2232-C419-CB40-8E31-9BFD1D73E600}" type="presOf" srcId="{3837D1C8-397D-004B-AA2E-0819B82BD388}" destId="{1C868272-0A38-2C4C-9A93-C005F4EC9FDF}" srcOrd="0" destOrd="0" presId="urn:microsoft.com/office/officeart/2005/8/layout/orgChart1"/>
    <dgm:cxn modelId="{540A3733-2FFC-EA48-85A1-0924C88881F9}" type="presOf" srcId="{72A0DCDE-B6A5-A14D-9E25-A469EC81FC99}" destId="{1AB0BBAD-A328-F843-8E2E-28E4712E6D2A}" srcOrd="0" destOrd="0" presId="urn:microsoft.com/office/officeart/2005/8/layout/orgChart1"/>
    <dgm:cxn modelId="{FCC9A834-5FAE-7841-9634-67B806E5B858}" type="presOf" srcId="{4132CFA7-FD95-9449-B5A3-351FC30E6530}" destId="{C7B7DFD4-857C-1440-B10D-2C5DACA47FD6}" srcOrd="0" destOrd="0" presId="urn:microsoft.com/office/officeart/2005/8/layout/orgChart1"/>
    <dgm:cxn modelId="{37DE3035-1B33-5348-A9D5-EB6C77BBF4A4}" srcId="{4CA5AAE6-E842-814C-922A-EA13A4487E1C}" destId="{E72D2E76-1438-8D46-9784-90FA178C4911}" srcOrd="5" destOrd="0" parTransId="{B2F8164F-8310-AD4B-97FE-3972FDA30F2C}" sibTransId="{CD489CA7-4AAB-124E-B6A4-6D85B65D58AE}"/>
    <dgm:cxn modelId="{BEFB8236-CA14-4B43-982A-E1E22362793A}" srcId="{4132CFA7-FD95-9449-B5A3-351FC30E6530}" destId="{7E002ADB-F3F1-5C4D-81DE-CEDD77E3A6D5}" srcOrd="2" destOrd="0" parTransId="{E668F429-AD41-0B48-824D-632DD49C95EB}" sibTransId="{181AE184-2E74-4F46-8C37-510932993BD9}"/>
    <dgm:cxn modelId="{DF24FD37-407B-A148-8425-9263770E8A78}" type="presOf" srcId="{A20F65A3-A710-E641-B6FB-99AA4ED33DBE}" destId="{4C997BF0-7289-4F48-8B06-5DED713254F1}" srcOrd="1" destOrd="0" presId="urn:microsoft.com/office/officeart/2005/8/layout/orgChart1"/>
    <dgm:cxn modelId="{F5591B38-84D5-7840-83DA-D74348525BAD}" type="presOf" srcId="{1B5842C6-2294-DD41-AE92-4038B06362A1}" destId="{0831E34D-6CC4-F44C-B53F-23BB1794C4AF}" srcOrd="1" destOrd="0" presId="urn:microsoft.com/office/officeart/2005/8/layout/orgChart1"/>
    <dgm:cxn modelId="{1D4C5538-5287-7549-A9EC-B675C49BB9B8}" type="presOf" srcId="{B93031C5-BDAF-6A40-BFA8-E15D50C6562C}" destId="{5F70F774-1F54-5044-BE50-34BCCFE9A255}" srcOrd="0" destOrd="0" presId="urn:microsoft.com/office/officeart/2005/8/layout/orgChart1"/>
    <dgm:cxn modelId="{6280C638-A95A-2E4C-9167-CBA6750791C2}" type="presOf" srcId="{1A5357EF-1552-CA43-A094-9839E65423CE}" destId="{F49CD44F-1016-444C-8987-B1056767E223}" srcOrd="0" destOrd="0" presId="urn:microsoft.com/office/officeart/2005/8/layout/orgChart1"/>
    <dgm:cxn modelId="{56B60939-8FB6-2944-827E-F0955EFEC9EF}" type="presOf" srcId="{3D8E9610-8EA5-0443-96D7-C9F3E3B8B49A}" destId="{AE55931F-CD10-5149-AD3B-8FA80E3E54D6}" srcOrd="0" destOrd="0" presId="urn:microsoft.com/office/officeart/2005/8/layout/orgChart1"/>
    <dgm:cxn modelId="{908EB139-52FA-474F-AC3E-AC2F6981ABAB}" type="presOf" srcId="{6D472E85-38B5-504B-B46B-44A8E5926EBC}" destId="{274C3900-57FF-D949-96B0-C221170F5E79}" srcOrd="0" destOrd="0" presId="urn:microsoft.com/office/officeart/2005/8/layout/orgChart1"/>
    <dgm:cxn modelId="{404F9D3A-DC23-7444-BB5A-A8985E584796}" srcId="{4CA5AAE6-E842-814C-922A-EA13A4487E1C}" destId="{72A0DCDE-B6A5-A14D-9E25-A469EC81FC99}" srcOrd="2" destOrd="0" parTransId="{B8E3AF68-FBF2-194D-BB52-50F7D0737737}" sibTransId="{821F1246-33D2-E64C-BC18-B1FD86E8599D}"/>
    <dgm:cxn modelId="{500BC13B-85CF-0B43-9911-80D6382DC6C1}" type="presOf" srcId="{335E175E-DF34-8D4F-80AA-4439AF5D8FED}" destId="{4642F223-029B-CD44-AB9C-4A63411FDB82}" srcOrd="0" destOrd="0" presId="urn:microsoft.com/office/officeart/2005/8/layout/orgChart1"/>
    <dgm:cxn modelId="{6BB66A3D-372C-1C4C-93A4-18D6FF969BD6}" type="presOf" srcId="{CA9219F1-9D44-3046-8625-237337E1BB06}" destId="{59E80C7F-FC80-9C44-8D93-F2BEF16615EC}" srcOrd="0" destOrd="0" presId="urn:microsoft.com/office/officeart/2005/8/layout/orgChart1"/>
    <dgm:cxn modelId="{FD723B3E-F608-204B-8AC2-7C27D0487077}" type="presOf" srcId="{87906866-AA43-5E40-ADA4-E89B1666D945}" destId="{8791A8D9-ADF7-D44C-82D3-35B0F8AD7E08}" srcOrd="0" destOrd="0" presId="urn:microsoft.com/office/officeart/2005/8/layout/orgChart1"/>
    <dgm:cxn modelId="{E7775D3F-6BF9-FC4E-87A3-EFE3922DDD58}" type="presOf" srcId="{0279CA20-E231-D04B-9093-9E5FA05AA923}" destId="{87D5207C-C519-4E46-9CC7-1A5962C4EF32}" srcOrd="0" destOrd="0" presId="urn:microsoft.com/office/officeart/2005/8/layout/orgChart1"/>
    <dgm:cxn modelId="{55AAA940-420C-A149-89E7-DF04D58B7839}" type="presOf" srcId="{17420ED7-3898-D04E-84DD-B945B333C7BF}" destId="{82A17290-E46A-094B-94FC-C02F3D6D1D16}" srcOrd="0" destOrd="0" presId="urn:microsoft.com/office/officeart/2005/8/layout/orgChart1"/>
    <dgm:cxn modelId="{7BB3BD5D-F804-544E-945C-8A978D32E1BF}" type="presOf" srcId="{F96DD9C8-5E66-0542-B1B3-992E65713F21}" destId="{F6D14AC5-68A9-544D-A923-425CD66F0BE5}" srcOrd="1" destOrd="0" presId="urn:microsoft.com/office/officeart/2005/8/layout/orgChart1"/>
    <dgm:cxn modelId="{2AC1105F-92B3-9444-849A-1C0B4D132EE8}" type="presOf" srcId="{3C26B6C6-C50C-A447-BC3A-74212E791630}" destId="{59D06E78-9035-BF45-9580-48B374269599}" srcOrd="0" destOrd="0" presId="urn:microsoft.com/office/officeart/2005/8/layout/orgChart1"/>
    <dgm:cxn modelId="{43C1D041-855F-794D-BD05-95CCE1572B8A}" srcId="{835DE79A-9C7B-5647-847E-22B575F98C91}" destId="{BA61C4AC-5E7B-7C40-8D10-18E4EE1DDF76}" srcOrd="3" destOrd="0" parTransId="{829F9E46-6E38-F440-ABE9-8904E0937973}" sibTransId="{D1FE7151-30D2-0C42-B158-45217EF6687C}"/>
    <dgm:cxn modelId="{4974C262-EDAB-944B-9EC5-7CDBD3CA0109}" type="presOf" srcId="{E583A822-2DD0-E042-96A3-6992FD0C40AD}" destId="{8123EECD-0D36-824F-8F10-AD4549675204}" srcOrd="0" destOrd="0" presId="urn:microsoft.com/office/officeart/2005/8/layout/orgChart1"/>
    <dgm:cxn modelId="{4F298E63-8AFD-CB41-8D32-F9D3705561B4}" srcId="{4132CFA7-FD95-9449-B5A3-351FC30E6530}" destId="{CA9219F1-9D44-3046-8625-237337E1BB06}" srcOrd="4" destOrd="0" parTransId="{3B589934-D6E6-0347-A5A2-B5290D1CF438}" sibTransId="{7458E693-75E9-7141-A1AB-1D94482C8DB8}"/>
    <dgm:cxn modelId="{B7543B64-6E94-874F-A785-62AD446C3D7B}" type="presOf" srcId="{D6F8A916-CC4E-BE41-AF3F-C918C75A0C77}" destId="{4AE6ABEE-00B2-564C-B839-70B87558C563}" srcOrd="0" destOrd="0" presId="urn:microsoft.com/office/officeart/2005/8/layout/orgChart1"/>
    <dgm:cxn modelId="{5056A445-F922-BD4D-869D-98BC65DBC827}" type="presOf" srcId="{3D8E9610-8EA5-0443-96D7-C9F3E3B8B49A}" destId="{3EB523B0-ABC3-644F-B2E1-6D01040639FF}" srcOrd="1" destOrd="0" presId="urn:microsoft.com/office/officeart/2005/8/layout/orgChart1"/>
    <dgm:cxn modelId="{A992BD65-EC41-A84D-9065-F1060F115400}" type="presOf" srcId="{33DAE7DA-1D80-0C4C-A95B-47725CCFBB57}" destId="{153B4E4D-5751-644A-8FB4-528952009F68}" srcOrd="0" destOrd="0" presId="urn:microsoft.com/office/officeart/2005/8/layout/orgChart1"/>
    <dgm:cxn modelId="{F14DC965-37AF-CD47-826A-D395B07BD312}" srcId="{4CA5AAE6-E842-814C-922A-EA13A4487E1C}" destId="{04969BA1-8E0F-1948-B758-8830681DF978}" srcOrd="4" destOrd="0" parTransId="{A819BB3C-545E-E64B-973A-83E1F10EADFC}" sibTransId="{3C82A549-19BD-FE41-8BE7-CA41EB993B3E}"/>
    <dgm:cxn modelId="{0F09DF45-524E-AA40-89DC-3126D529C745}" type="presOf" srcId="{D0DFDDEC-9846-9649-B99C-53D72E44171B}" destId="{B9113A5F-70EF-C34F-970E-11EA8DE2F94B}" srcOrd="0" destOrd="0" presId="urn:microsoft.com/office/officeart/2005/8/layout/orgChart1"/>
    <dgm:cxn modelId="{80EFB066-5D00-7749-998C-6112ACE68E5F}" type="presOf" srcId="{CCA4782F-5F56-8944-A979-2644DADD810D}" destId="{7807116B-BF38-3E45-B63C-0CB6047BC8CE}" srcOrd="0" destOrd="0" presId="urn:microsoft.com/office/officeart/2005/8/layout/orgChart1"/>
    <dgm:cxn modelId="{0BD7ED66-4B87-F34A-8BA3-36138FB5AB6A}" type="presOf" srcId="{E668F429-AD41-0B48-824D-632DD49C95EB}" destId="{1A41731B-F732-DB42-85A2-3FE05B9D91AC}" srcOrd="0" destOrd="0" presId="urn:microsoft.com/office/officeart/2005/8/layout/orgChart1"/>
    <dgm:cxn modelId="{D6A1AA67-0D54-F044-9032-7546958D70A7}" type="presOf" srcId="{11B9EE14-9291-F84D-BAE7-A10DC2BB06D7}" destId="{E0799690-A2C4-BA4C-BB82-EE8438C31ECD}" srcOrd="1" destOrd="0" presId="urn:microsoft.com/office/officeart/2005/8/layout/orgChart1"/>
    <dgm:cxn modelId="{3844DE67-2CA8-D64F-B8BC-FBD1C7495913}" srcId="{835DE79A-9C7B-5647-847E-22B575F98C91}" destId="{5EA6BFCF-D3E8-3949-B4C3-F0EDB1A98FF1}" srcOrd="1" destOrd="0" parTransId="{51E7620A-DEE6-9146-9BCD-EBDDF92E246E}" sibTransId="{ACC32687-368E-1D41-A61C-2ECB20AE67F7}"/>
    <dgm:cxn modelId="{10B9E948-A6A3-9D48-B59B-2A5C19A231C0}" type="presOf" srcId="{1DF10D4F-7148-4847-AACD-3A2BA2FE82CD}" destId="{5D013CFB-9DE6-8B41-A1C5-7CC4BD35F10E}" srcOrd="0" destOrd="0" presId="urn:microsoft.com/office/officeart/2005/8/layout/orgChart1"/>
    <dgm:cxn modelId="{A785D849-4DCE-A74C-A35E-A5A24FC25668}" srcId="{1B5842C6-2294-DD41-AE92-4038B06362A1}" destId="{6D472E85-38B5-504B-B46B-44A8E5926EBC}" srcOrd="0" destOrd="0" parTransId="{B0D68D4A-711B-984C-8EF2-B94383BD6883}" sibTransId="{05007439-E646-B44E-8E03-F3967362B7A1}"/>
    <dgm:cxn modelId="{90F4F549-6824-9E49-8858-484D35512A51}" srcId="{4CA5AAE6-E842-814C-922A-EA13A4487E1C}" destId="{B2F32720-B894-454A-ABD9-249E5B69D14A}" srcOrd="3" destOrd="0" parTransId="{872CFCFC-E5FF-864D-B954-D956D89B2926}" sibTransId="{A29BF7D8-3C3E-5B47-9DAB-6DF8B76D10C1}"/>
    <dgm:cxn modelId="{B970686A-FDC5-C041-BB57-D7FD39929B3A}" type="presOf" srcId="{E876C77D-945E-B544-BC4E-ADED647D234E}" destId="{EC9BD4BA-B6CE-A747-BA52-B4BA3F3FBAFA}" srcOrd="0" destOrd="0" presId="urn:microsoft.com/office/officeart/2005/8/layout/orgChart1"/>
    <dgm:cxn modelId="{6FF6E26B-010E-0042-8395-83003E70E19B}" type="presOf" srcId="{FD7F9BE7-E03F-9C49-B189-B6875E2407A7}" destId="{71050C65-87AC-4D46-89DE-586E8BA2CACD}" srcOrd="0" destOrd="0" presId="urn:microsoft.com/office/officeart/2005/8/layout/orgChart1"/>
    <dgm:cxn modelId="{0050FC4B-7E03-F34F-A410-DE7BB2C767AD}" srcId="{4CA5AAE6-E842-814C-922A-EA13A4487E1C}" destId="{5DFE6A49-7123-844B-924F-3DC4DBF8F3B0}" srcOrd="1" destOrd="0" parTransId="{B93031C5-BDAF-6A40-BFA8-E15D50C6562C}" sibTransId="{E47042F2-9605-FA4E-BA21-D2885528AC4D}"/>
    <dgm:cxn modelId="{6FA6614C-BF14-2944-B36E-19FFD9D46AFF}" type="presOf" srcId="{B2F32720-B894-454A-ABD9-249E5B69D14A}" destId="{9926086E-F71E-3448-B989-639006BB7740}" srcOrd="0" destOrd="0" presId="urn:microsoft.com/office/officeart/2005/8/layout/orgChart1"/>
    <dgm:cxn modelId="{1F1C266D-E25E-7D43-AACD-CCA753CD4D6B}" type="presOf" srcId="{3B589934-D6E6-0347-A5A2-B5290D1CF438}" destId="{8BDA97BF-9ACF-974A-BE1A-E4B665FA674C}" srcOrd="0" destOrd="0" presId="urn:microsoft.com/office/officeart/2005/8/layout/orgChart1"/>
    <dgm:cxn modelId="{61EFC16D-8612-FA46-AEE2-CDDBDA2A9CF9}" type="presOf" srcId="{20A5C131-062A-B24E-93D9-B73499BCD8C7}" destId="{5E0C0497-EA41-6043-93AD-E0085EE82318}" srcOrd="1" destOrd="0" presId="urn:microsoft.com/office/officeart/2005/8/layout/orgChart1"/>
    <dgm:cxn modelId="{01212F6F-CB3E-E14C-A6D4-9939A08B47CD}" type="presOf" srcId="{7C76B141-BC3B-FB48-B1EC-6CB2ED8EF919}" destId="{933D9751-D6C1-AC41-8515-470FBCC755DD}" srcOrd="1" destOrd="0" presId="urn:microsoft.com/office/officeart/2005/8/layout/orgChart1"/>
    <dgm:cxn modelId="{0E5A1470-60C4-E24E-9802-481CADEB40CD}" type="presOf" srcId="{A7D973F9-1848-0E43-AE9D-7A770965D70B}" destId="{ADDCA940-942A-BA4D-9B50-949EB1807042}" srcOrd="0" destOrd="0" presId="urn:microsoft.com/office/officeart/2005/8/layout/orgChart1"/>
    <dgm:cxn modelId="{56E9F270-3A75-1C48-B4CD-5C8705CE549B}" srcId="{04969BA1-8E0F-1948-B758-8830681DF978}" destId="{AC0B6F88-2404-3A49-AE8A-8ADF8412EFA2}" srcOrd="2" destOrd="0" parTransId="{BB4A7794-C7AE-5B40-B606-7B76BB7AA373}" sibTransId="{CAE26B94-D7E0-0340-BFE3-FDAE7FEF71F9}"/>
    <dgm:cxn modelId="{10B2E471-1090-1B44-BD15-20C0F37607A2}" type="presOf" srcId="{3837D1C8-397D-004B-AA2E-0819B82BD388}" destId="{E52EBF4B-FF93-A141-8978-1AF682D19492}" srcOrd="1" destOrd="0" presId="urn:microsoft.com/office/officeart/2005/8/layout/orgChart1"/>
    <dgm:cxn modelId="{97E47872-6E1C-7C43-8339-351A05960CFC}" type="presOf" srcId="{B1FD795B-FE5E-C14A-9309-24B42D2DB688}" destId="{63F1FC69-B70A-AE42-85D1-0AB4FA2087E8}" srcOrd="1" destOrd="0" presId="urn:microsoft.com/office/officeart/2005/8/layout/orgChart1"/>
    <dgm:cxn modelId="{581FC854-B8E1-B940-8209-D2EDB432B17D}" type="presOf" srcId="{D642D207-E950-CA46-B6B8-DC67ACA07A75}" destId="{C13B3F4F-CA17-0A47-8F46-754CA42E141B}" srcOrd="1" destOrd="0" presId="urn:microsoft.com/office/officeart/2005/8/layout/orgChart1"/>
    <dgm:cxn modelId="{05312875-D1C9-0348-AF12-0C2FC5B91503}" srcId="{72A0DCDE-B6A5-A14D-9E25-A469EC81FC99}" destId="{4132CFA7-FD95-9449-B5A3-351FC30E6530}" srcOrd="0" destOrd="0" parTransId="{CCA4782F-5F56-8944-A979-2644DADD810D}" sibTransId="{97C30E92-A6AE-1D47-8815-8D944485B017}"/>
    <dgm:cxn modelId="{8CC5C955-0271-FA4D-998A-25AE148F285D}" type="presOf" srcId="{7387BA4D-0B1E-6C47-9462-5385AED4C801}" destId="{BC81C28C-948D-B142-8517-B37FD9D9976D}" srcOrd="0" destOrd="0" presId="urn:microsoft.com/office/officeart/2005/8/layout/orgChart1"/>
    <dgm:cxn modelId="{D3931B76-4DEF-214C-8AB6-EC2EF7E3A644}" type="presOf" srcId="{BA61C4AC-5E7B-7C40-8D10-18E4EE1DDF76}" destId="{72B3BBEB-3C13-3F4E-A8B7-78F686DEBD7F}" srcOrd="1" destOrd="0" presId="urn:microsoft.com/office/officeart/2005/8/layout/orgChart1"/>
    <dgm:cxn modelId="{37D1DA56-736D-4B4B-8F80-F3BA18742B33}" type="presOf" srcId="{64CA3E20-249D-6746-A5AB-A77FFFF75B80}" destId="{8D702E2A-3FEE-7749-AD14-8575444AD77C}" srcOrd="0" destOrd="0" presId="urn:microsoft.com/office/officeart/2005/8/layout/orgChart1"/>
    <dgm:cxn modelId="{77DDF957-4BCD-6140-951F-8D74AFC0F431}" srcId="{5DFE6A49-7123-844B-924F-3DC4DBF8F3B0}" destId="{965E04A2-3BDB-344A-8E03-8DF7C9E99E57}" srcOrd="0" destOrd="0" parTransId="{315862AF-A642-7E40-8BBF-F71BE81CED89}" sibTransId="{850D82BF-7C7D-A14F-82EA-1A68ED3AAEBF}"/>
    <dgm:cxn modelId="{9E46FA58-1E09-3548-82E3-E4F643C224B8}" srcId="{835DE79A-9C7B-5647-847E-22B575F98C91}" destId="{3837D1C8-397D-004B-AA2E-0819B82BD388}" srcOrd="0" destOrd="0" parTransId="{341AAA32-FBDF-D94C-BEE7-BA10383E0FA5}" sibTransId="{CF89EBF4-BC0E-054E-BC2C-A07162FE6B89}"/>
    <dgm:cxn modelId="{8F6A0D59-B3E1-0C42-B5A2-3F16AA7ED03C}" srcId="{FD0A935B-2000-F441-B018-AAF5D626E099}" destId="{922811F2-AB8D-CB4A-A581-5F1277B85A17}" srcOrd="0" destOrd="0" parTransId="{BE81D1A4-0613-C547-B78D-94EF6E15E2D4}" sibTransId="{0778D97E-4708-3849-8BFE-CE16A507D6E1}"/>
    <dgm:cxn modelId="{E70DA979-352B-D74C-A8AD-6D4AE81A85BA}" type="presOf" srcId="{7BBA3518-7363-E345-9A99-07E92EEAD9C8}" destId="{1699A71E-C621-5147-9124-E06702250D2C}" srcOrd="1" destOrd="0" presId="urn:microsoft.com/office/officeart/2005/8/layout/orgChart1"/>
    <dgm:cxn modelId="{81E5A85A-1661-7E4E-A61E-EA47F0E24614}" srcId="{B2F32720-B894-454A-ABD9-249E5B69D14A}" destId="{1DF10D4F-7148-4847-AACD-3A2BA2FE82CD}" srcOrd="1" destOrd="0" parTransId="{3E281D9B-C965-194D-806C-4F35A76A0E1C}" sibTransId="{1BF25757-91F4-374C-B79B-C2C2B822617C}"/>
    <dgm:cxn modelId="{C7BF227C-21B7-3F4B-B5D2-0E8D37FB53E0}" srcId="{4132CFA7-FD95-9449-B5A3-351FC30E6530}" destId="{861670E3-42FC-0C48-97A4-A93B18ABC74A}" srcOrd="3" destOrd="0" parTransId="{CE2669D2-183F-CA46-B894-0188E74AC091}" sibTransId="{4BB223C6-C8C2-5E4C-8200-0AF09696DE1A}"/>
    <dgm:cxn modelId="{3071CF7C-C5DA-C248-AC53-6D4ED67E5388}" type="presOf" srcId="{A7D973F9-1848-0E43-AE9D-7A770965D70B}" destId="{FDF75ADA-F3CA-DD41-A470-475CA6849A52}" srcOrd="1" destOrd="0" presId="urn:microsoft.com/office/officeart/2005/8/layout/orgChart1"/>
    <dgm:cxn modelId="{D1FAD37C-3C83-DF40-8F48-F3A78FFCA653}" type="presOf" srcId="{5DFE6A49-7123-844B-924F-3DC4DBF8F3B0}" destId="{F5D3ED6B-FE6A-A84F-BA5E-029B5B2A1CF8}" srcOrd="1" destOrd="0" presId="urn:microsoft.com/office/officeart/2005/8/layout/orgChart1"/>
    <dgm:cxn modelId="{0BF3E77C-8DB9-1C46-AE88-CC655090A298}" type="presOf" srcId="{723B8A4F-E581-7848-881C-5FACDDAB9F2B}" destId="{DBF7DCE7-56BF-B841-819A-0AD917B85D1D}" srcOrd="0" destOrd="0" presId="urn:microsoft.com/office/officeart/2005/8/layout/orgChart1"/>
    <dgm:cxn modelId="{FD1A077D-282A-1748-9A77-73CE751C5116}" srcId="{04969BA1-8E0F-1948-B758-8830681DF978}" destId="{1B5842C6-2294-DD41-AE92-4038B06362A1}" srcOrd="0" destOrd="0" parTransId="{E9CC292E-FEF2-1640-8FC2-493A09750EE8}" sibTransId="{2A06459A-0FA5-3A4F-B648-324499A26F9B}"/>
    <dgm:cxn modelId="{8DE9277D-58CF-F543-B299-BE82B033B4DD}" srcId="{5DFE6A49-7123-844B-924F-3DC4DBF8F3B0}" destId="{A7D973F9-1848-0E43-AE9D-7A770965D70B}" srcOrd="3" destOrd="0" parTransId="{6D6DF472-84A5-8948-8FB4-803622035365}" sibTransId="{0F8F99B7-74A3-3D4D-A1CE-AB028E10AB30}"/>
    <dgm:cxn modelId="{3102FD7F-D48E-2E47-A480-22280A302C9B}" type="presOf" srcId="{DDE71663-5A11-B341-AE98-FAAFA4C8FB74}" destId="{C7373C30-006F-4C4E-9800-DECC5084CF5A}" srcOrd="0" destOrd="0" presId="urn:microsoft.com/office/officeart/2005/8/layout/orgChart1"/>
    <dgm:cxn modelId="{B81CCE81-2D25-8A4E-85EB-AE1E821C72B2}" srcId="{5DFE6A49-7123-844B-924F-3DC4DBF8F3B0}" destId="{78F28D86-7887-C64E-AA27-6743D1E7A6CE}" srcOrd="7" destOrd="0" parTransId="{35CA2863-982E-1D49-A9A2-1EDC1AC7B6E2}" sibTransId="{C491ACED-D866-6E46-951D-4BBA464A4F51}"/>
    <dgm:cxn modelId="{94BBEC82-0CD7-B243-95CB-3EC4C7F04000}" type="presOf" srcId="{B8E3AF68-FBF2-194D-BB52-50F7D0737737}" destId="{608579D4-2766-8144-B787-A41374E35863}" srcOrd="0" destOrd="0" presId="urn:microsoft.com/office/officeart/2005/8/layout/orgChart1"/>
    <dgm:cxn modelId="{31456283-0C89-CC44-A9C6-BCB8DCAFA1BC}" type="presOf" srcId="{A44CEA0E-40C4-0D48-9E46-6A334DE8454C}" destId="{E1A13BF3-49A3-E241-A12F-1447632EC7B4}" srcOrd="1" destOrd="0" presId="urn:microsoft.com/office/officeart/2005/8/layout/orgChart1"/>
    <dgm:cxn modelId="{D0A00F84-2C43-C94F-9F3B-D09016A0CFB6}" srcId="{1DF10D4F-7148-4847-AACD-3A2BA2FE82CD}" destId="{A20F65A3-A710-E641-B6FB-99AA4ED33DBE}" srcOrd="1" destOrd="0" parTransId="{F16690AF-0AE2-EE4E-904D-D1C7D739BBEB}" sibTransId="{321AEE71-EA0E-D743-AB79-90BA83D85528}"/>
    <dgm:cxn modelId="{BFB51086-91D5-CC40-B18D-F3A50316A920}" srcId="{B2F32720-B894-454A-ABD9-249E5B69D14A}" destId="{535526AF-6DFD-1C4F-BD18-EEF6FFE8D093}" srcOrd="0" destOrd="0" parTransId="{49F4B116-AF85-DF4A-A13D-C16DC5A3309C}" sibTransId="{8E5ED92A-7C02-3340-AA8D-9E69969AF397}"/>
    <dgm:cxn modelId="{59A83F89-ADD2-754E-B512-E9CA5FE22F21}" type="presOf" srcId="{DB6B1AF1-7E74-3A43-AF14-6E24318FC286}" destId="{8463C5FC-6DBD-F04F-A00C-78C7593C8F2A}" srcOrd="1" destOrd="0" presId="urn:microsoft.com/office/officeart/2005/8/layout/orgChart1"/>
    <dgm:cxn modelId="{7AFF4D89-3BB4-154E-8D44-55F15A0D55F2}" type="presOf" srcId="{CA360E9F-B4CB-5E4A-8CAF-1548861C03F1}" destId="{1A4E91C4-7F8A-5643-831C-C058DFA57501}" srcOrd="1" destOrd="0" presId="urn:microsoft.com/office/officeart/2005/8/layout/orgChart1"/>
    <dgm:cxn modelId="{A15E668A-1C5F-244C-B141-52F7209026BF}" type="presOf" srcId="{61492701-29C6-644B-A8BB-D195116C41A2}" destId="{FF047D70-2DF7-7D44-AE90-5FCF8CAD6226}" srcOrd="0" destOrd="0" presId="urn:microsoft.com/office/officeart/2005/8/layout/orgChart1"/>
    <dgm:cxn modelId="{7CA82D8C-8DAD-0648-AF4C-6E3AAAFB7275}" srcId="{FD0A935B-2000-F441-B018-AAF5D626E099}" destId="{D6F8A916-CC4E-BE41-AF3F-C918C75A0C77}" srcOrd="2" destOrd="0" parTransId="{95B3A710-CB29-C24C-85C1-061A5D298032}" sibTransId="{D1BF5C48-F9EE-C84E-83F2-6726A317F28F}"/>
    <dgm:cxn modelId="{A89C218D-589E-A941-ACAD-29415D8E9802}" type="presOf" srcId="{C7DE289B-2BF2-1D4D-A6D4-E94B6586057E}" destId="{47300D1A-4944-E247-BB2F-F5B70FEA35BD}" srcOrd="0" destOrd="0" presId="urn:microsoft.com/office/officeart/2005/8/layout/orgChart1"/>
    <dgm:cxn modelId="{4F194A8D-2742-B449-8970-A347EF31781B}" type="presOf" srcId="{FD0A935B-2000-F441-B018-AAF5D626E099}" destId="{82FF15B1-F984-774B-A4E1-6A8DC81D7D66}" srcOrd="0" destOrd="0" presId="urn:microsoft.com/office/officeart/2005/8/layout/orgChart1"/>
    <dgm:cxn modelId="{F8DC228E-C252-1249-BAC5-08C4EF48F3C6}" type="presOf" srcId="{95B3A710-CB29-C24C-85C1-061A5D298032}" destId="{2AFD5995-C4D5-D34E-BCDB-3C9A8638D790}" srcOrd="0" destOrd="0" presId="urn:microsoft.com/office/officeart/2005/8/layout/orgChart1"/>
    <dgm:cxn modelId="{5B50248E-0C4B-4141-9616-A16B8B9E7402}" type="presOf" srcId="{0A60512E-025F-3C49-AE94-6332FB58738A}" destId="{847FB5A4-CC29-0048-8B7E-01EE3B3F94A7}" srcOrd="1" destOrd="0" presId="urn:microsoft.com/office/officeart/2005/8/layout/orgChart1"/>
    <dgm:cxn modelId="{8D280A8F-F98B-EA43-A9FC-A4800857077F}" type="presOf" srcId="{D642D207-E950-CA46-B6B8-DC67ACA07A75}" destId="{45712AC0-6D61-8244-94C4-2C1E0A9E2B4A}" srcOrd="0" destOrd="0" presId="urn:microsoft.com/office/officeart/2005/8/layout/orgChart1"/>
    <dgm:cxn modelId="{45AC5F90-402E-2D4A-8E5F-AB28319BC72C}" type="presOf" srcId="{EE787C3F-DB93-AE4F-8D4C-AA28EB528BCA}" destId="{18474550-FFF8-8C4D-A0D8-ECD9B49B5CC1}" srcOrd="0" destOrd="0" presId="urn:microsoft.com/office/officeart/2005/8/layout/orgChart1"/>
    <dgm:cxn modelId="{171F2A92-6E1D-DE4F-83FC-93BA8447B719}" type="presOf" srcId="{5EBAAFFC-C4D7-1D4B-94E3-E1D8097B176B}" destId="{600F9637-FA3F-1142-B645-A5C5CA308608}" srcOrd="1" destOrd="0" presId="urn:microsoft.com/office/officeart/2005/8/layout/orgChart1"/>
    <dgm:cxn modelId="{FF278D93-9524-F74D-BD24-E42DD2636AE4}" srcId="{4132CFA7-FD95-9449-B5A3-351FC30E6530}" destId="{11B9EE14-9291-F84D-BAE7-A10DC2BB06D7}" srcOrd="1" destOrd="0" parTransId="{02F013D4-18F8-794C-9E39-270D7DE2E4B4}" sibTransId="{DBFB9DD6-49EA-D64A-9F17-664D3DC8DD65}"/>
    <dgm:cxn modelId="{371CDA93-7BAD-104A-B083-4CC4F34F8EE4}" srcId="{AEA0FD23-6C84-A34E-A1C2-E49600F86F16}" destId="{C7DE289B-2BF2-1D4D-A6D4-E94B6586057E}" srcOrd="0" destOrd="0" parTransId="{17420ED7-3898-D04E-84DD-B945B333C7BF}" sibTransId="{6AC2D07C-577B-594D-8A5D-8E61EBAFAF7F}"/>
    <dgm:cxn modelId="{ABA96B94-E5D1-9543-9CA8-7F074695F783}" type="presOf" srcId="{FD0A935B-2000-F441-B018-AAF5D626E099}" destId="{58E66071-80F5-4F42-9EB1-48E90EF236A0}" srcOrd="1" destOrd="0" presId="urn:microsoft.com/office/officeart/2005/8/layout/orgChart1"/>
    <dgm:cxn modelId="{CA4C7495-5AF3-184B-9CAB-EE637E8A24F0}" srcId="{AEA0FD23-6C84-A34E-A1C2-E49600F86F16}" destId="{3C26B6C6-C50C-A447-BC3A-74212E791630}" srcOrd="1" destOrd="0" parTransId="{723B8A4F-E581-7848-881C-5FACDDAB9F2B}" sibTransId="{EF5E8410-3B85-C045-A390-E72DAD779052}"/>
    <dgm:cxn modelId="{90419196-6E94-B845-B769-EEAEE680F200}" type="presOf" srcId="{15167AC0-BB47-084F-B224-6480BB71A3B3}" destId="{02828AE0-3883-3247-98ED-45B450CD9C3C}" srcOrd="0" destOrd="0" presId="urn:microsoft.com/office/officeart/2005/8/layout/orgChart1"/>
    <dgm:cxn modelId="{D83ED396-6772-A040-80D3-0A5E654F71E3}" type="presOf" srcId="{290EEAF5-E1EE-1141-B858-7F7AD464F588}" destId="{791FCE82-99C8-B14F-A8EA-28D4E87E57C4}" srcOrd="0" destOrd="0" presId="urn:microsoft.com/office/officeart/2005/8/layout/orgChart1"/>
    <dgm:cxn modelId="{A06D3498-16D9-E647-A4C7-C1432A01C762}" type="presOf" srcId="{5EA6BFCF-D3E8-3949-B4C3-F0EDB1A98FF1}" destId="{49CD7ACB-12C3-B648-A08D-A3E7D250BD2B}" srcOrd="1" destOrd="0" presId="urn:microsoft.com/office/officeart/2005/8/layout/orgChart1"/>
    <dgm:cxn modelId="{82FA7998-BFBC-9848-B340-29704D9AA656}" type="presOf" srcId="{A819BB3C-545E-E64B-973A-83E1F10EADFC}" destId="{0DBF1F83-125E-ED46-B706-6114F7D73813}" srcOrd="0" destOrd="0" presId="urn:microsoft.com/office/officeart/2005/8/layout/orgChart1"/>
    <dgm:cxn modelId="{F241A998-76D8-9F49-9CF1-F08AE980A192}" type="presOf" srcId="{CE2669D2-183F-CA46-B894-0188E74AC091}" destId="{1AC83609-6D99-744C-A3BD-85800ED36E62}" srcOrd="0" destOrd="0" presId="urn:microsoft.com/office/officeart/2005/8/layout/orgChart1"/>
    <dgm:cxn modelId="{5B47D198-A475-8B47-9ACF-30BD49B6DD11}" type="presOf" srcId="{A20F65A3-A710-E641-B6FB-99AA4ED33DBE}" destId="{078C9178-615D-C345-8B2D-DFF093382734}" srcOrd="0" destOrd="0" presId="urn:microsoft.com/office/officeart/2005/8/layout/orgChart1"/>
    <dgm:cxn modelId="{D7D26B9B-2A09-3440-B812-4CBFF144728B}" type="presOf" srcId="{80F60F87-81E8-8449-9352-C9187A76836D}" destId="{867C0FA9-2510-774E-A0B8-96F75CFCB1E0}" srcOrd="1" destOrd="0" presId="urn:microsoft.com/office/officeart/2005/8/layout/orgChart1"/>
    <dgm:cxn modelId="{B06BC39B-E5A5-B243-A561-FD5C60D78AF2}" type="presOf" srcId="{80F60F87-81E8-8449-9352-C9187A76836D}" destId="{E65E831B-9CC7-A342-8142-BD320216B15E}" srcOrd="0" destOrd="0" presId="urn:microsoft.com/office/officeart/2005/8/layout/orgChart1"/>
    <dgm:cxn modelId="{963DAB9F-4C47-D842-A739-800062A9538B}" type="presOf" srcId="{125E7774-CCAD-B645-AC93-62674C074C9A}" destId="{25FDC32F-9FB2-784D-BB7B-C46533BC8DE4}" srcOrd="1" destOrd="0" presId="urn:microsoft.com/office/officeart/2005/8/layout/orgChart1"/>
    <dgm:cxn modelId="{A0155EA0-5884-BF43-AB36-3F77F64781A9}" srcId="{535526AF-6DFD-1C4F-BD18-EEF6FFE8D093}" destId="{30F2889E-42BF-E14F-9B48-11311C90F292}" srcOrd="1" destOrd="0" parTransId="{B57D3ACB-6915-4C46-B70D-DFCF52B35F50}" sibTransId="{D30718E2-011B-0C4E-91CF-E86F634CAA21}"/>
    <dgm:cxn modelId="{F6C3C9A2-DDDF-B749-9623-C9BE9DF293A9}" type="presOf" srcId="{B731AC1D-7A95-814A-8A7F-F335B9F3715F}" destId="{128097D6-0F7B-4D44-89A2-D0EEEEE2EE16}" srcOrd="1" destOrd="0" presId="urn:microsoft.com/office/officeart/2005/8/layout/orgChart1"/>
    <dgm:cxn modelId="{6468F5A6-B6E7-2543-8EB0-B3284BD106FB}" type="presOf" srcId="{BE81D1A4-0613-C547-B78D-94EF6E15E2D4}" destId="{78813731-1BE3-0748-89F5-754535518510}" srcOrd="0" destOrd="0" presId="urn:microsoft.com/office/officeart/2005/8/layout/orgChart1"/>
    <dgm:cxn modelId="{4C432CA7-80C0-0641-9474-881393292F35}" type="presOf" srcId="{535526AF-6DFD-1C4F-BD18-EEF6FFE8D093}" destId="{27815E7A-5974-A040-96F0-C4196E63F799}" srcOrd="0" destOrd="0" presId="urn:microsoft.com/office/officeart/2005/8/layout/orgChart1"/>
    <dgm:cxn modelId="{75EA5AA8-59D9-EB4B-B094-D813A3465073}" type="presOf" srcId="{24479812-F92E-1545-9AAA-C4369FEA9837}" destId="{87B21868-B9EB-B844-9EA5-3FD2144664F5}" srcOrd="0" destOrd="0" presId="urn:microsoft.com/office/officeart/2005/8/layout/orgChart1"/>
    <dgm:cxn modelId="{7BF668A9-6A31-0947-8B16-73B05D3B7335}" srcId="{E72D2E76-1438-8D46-9784-90FA178C4911}" destId="{B1FD795B-FE5E-C14A-9309-24B42D2DB688}" srcOrd="0" destOrd="0" parTransId="{6A636882-D2AF-E14F-9368-1B65081C9F92}" sibTransId="{426598DF-B4C0-CA4E-898F-DB9A99A0D6CB}"/>
    <dgm:cxn modelId="{0820A6AA-C408-534F-885D-76223CB30E18}" srcId="{FD0A935B-2000-F441-B018-AAF5D626E099}" destId="{F96DD9C8-5E66-0542-B1B3-992E65713F21}" srcOrd="1" destOrd="0" parTransId="{E876C77D-945E-B544-BC4E-ADED647D234E}" sibTransId="{9145BCEF-8821-CD48-BEF7-3807DBB1439C}"/>
    <dgm:cxn modelId="{4A3A36AB-E829-064E-98EF-7B5B81D694D0}" type="presOf" srcId="{AEA0FD23-6C84-A34E-A1C2-E49600F86F16}" destId="{9CEFFBB1-A631-6349-9EA8-112249C0F2C0}" srcOrd="0" destOrd="0" presId="urn:microsoft.com/office/officeart/2005/8/layout/orgChart1"/>
    <dgm:cxn modelId="{A186E7AB-297B-8E40-B701-5F5CEB7A1AD7}" type="presOf" srcId="{B2F8164F-8310-AD4B-97FE-3972FDA30F2C}" destId="{8C6F14D3-9777-0E46-A57C-9E1B33AA9653}" srcOrd="0" destOrd="0" presId="urn:microsoft.com/office/officeart/2005/8/layout/orgChart1"/>
    <dgm:cxn modelId="{F533EDAB-BC98-084B-929C-CF4DFD0FCA20}" type="presOf" srcId="{C3DD8175-E53D-A64C-88EB-304AD138FAC5}" destId="{E6F62582-08F4-C64B-90F1-8283975319B3}" srcOrd="0" destOrd="0" presId="urn:microsoft.com/office/officeart/2005/8/layout/orgChart1"/>
    <dgm:cxn modelId="{21B62DAC-8FDE-674B-ACA1-60EC762B804D}" srcId="{1DF10D4F-7148-4847-AACD-3A2BA2FE82CD}" destId="{A44CEA0E-40C4-0D48-9E46-6A334DE8454C}" srcOrd="0" destOrd="0" parTransId="{0279CA20-E231-D04B-9093-9E5FA05AA923}" sibTransId="{24322BA9-F489-D742-9083-98FA523E1B42}"/>
    <dgm:cxn modelId="{0471CBAC-3C41-C04B-BEB2-07161C3BFCD5}" type="presOf" srcId="{341AAA32-FBDF-D94C-BEE7-BA10383E0FA5}" destId="{E04BA296-48CC-7E4E-9D27-46FF5DF7CCC5}" srcOrd="0" destOrd="0" presId="urn:microsoft.com/office/officeart/2005/8/layout/orgChart1"/>
    <dgm:cxn modelId="{C95605AD-0F5F-F045-ADF6-CF8C96EB1CD0}" srcId="{5DFE6A49-7123-844B-924F-3DC4DBF8F3B0}" destId="{1A5357EF-1552-CA43-A094-9839E65423CE}" srcOrd="6" destOrd="0" parTransId="{64CA3E20-249D-6746-A5AB-A77FFFF75B80}" sibTransId="{91BF3ABE-CFDE-7E4B-80A4-B7EBB4794A99}"/>
    <dgm:cxn modelId="{7F3004AE-1508-024C-8ACA-F6242C686669}" type="presOf" srcId="{B57D3ACB-6915-4C46-B70D-DFCF52B35F50}" destId="{0592C931-C555-7444-BF30-BC881ED59F00}" srcOrd="0" destOrd="0" presId="urn:microsoft.com/office/officeart/2005/8/layout/orgChart1"/>
    <dgm:cxn modelId="{A1D9BBB0-C2AD-2347-A2E2-6C46AAA99EAE}" type="presOf" srcId="{1A5357EF-1552-CA43-A094-9839E65423CE}" destId="{7C6114FA-7FE5-CE41-9464-FC7F52D3D94B}" srcOrd="1" destOrd="0" presId="urn:microsoft.com/office/officeart/2005/8/layout/orgChart1"/>
    <dgm:cxn modelId="{501AC8B1-EDC8-484F-B868-E3E9B1D1705C}" srcId="{535526AF-6DFD-1C4F-BD18-EEF6FFE8D093}" destId="{7BBA3518-7363-E345-9A99-07E92EEAD9C8}" srcOrd="3" destOrd="0" parTransId="{290EEAF5-E1EE-1141-B858-7F7AD464F588}" sibTransId="{44693204-BBC1-4740-8C17-B2858FB0B31C}"/>
    <dgm:cxn modelId="{613DCEB1-8087-1E44-B231-5A65FE11F21A}" type="presOf" srcId="{CA9219F1-9D44-3046-8625-237337E1BB06}" destId="{8842DA0B-DCA4-7245-90CF-D7D6A4AA11A6}" srcOrd="1" destOrd="0" presId="urn:microsoft.com/office/officeart/2005/8/layout/orgChart1"/>
    <dgm:cxn modelId="{5EE737B2-BC0B-FF4A-91E5-21F4A579E17B}" type="presOf" srcId="{04969BA1-8E0F-1948-B758-8830681DF978}" destId="{FF76E880-8CD3-4C45-BE00-92FACAD6F1D2}" srcOrd="0" destOrd="0" presId="urn:microsoft.com/office/officeart/2005/8/layout/orgChart1"/>
    <dgm:cxn modelId="{A06D72B3-F7C9-204F-8F18-9613547C0024}" srcId="{5DFE6A49-7123-844B-924F-3DC4DBF8F3B0}" destId="{9F0C836F-7130-4441-AFF1-57394A4BA0BA}" srcOrd="1" destOrd="0" parTransId="{15167AC0-BB47-084F-B224-6480BB71A3B3}" sibTransId="{9FCCF56A-728C-FB47-9493-5AD3B6DA19D2}"/>
    <dgm:cxn modelId="{5BE83EB4-6D4F-A348-87B8-88396676BD52}" type="presOf" srcId="{30F2889E-42BF-E14F-9B48-11311C90F292}" destId="{E1AABF2E-0662-E84D-BC15-2336AF0DC098}" srcOrd="0" destOrd="0" presId="urn:microsoft.com/office/officeart/2005/8/layout/orgChart1"/>
    <dgm:cxn modelId="{FBD75EB4-A13C-FC45-BD67-5ED1FC706619}" type="presOf" srcId="{7E002ADB-F3F1-5C4D-81DE-CEDD77E3A6D5}" destId="{091D5504-9196-ED4B-B88F-7020110EA740}" srcOrd="1" destOrd="0" presId="urn:microsoft.com/office/officeart/2005/8/layout/orgChart1"/>
    <dgm:cxn modelId="{6EC6F1B4-F08E-724E-B655-7E280A830C82}" type="presOf" srcId="{5EBAAFFC-C4D7-1D4B-94E3-E1D8097B176B}" destId="{9F67B2CF-649D-044B-B5D9-766BAA477534}" srcOrd="0" destOrd="0" presId="urn:microsoft.com/office/officeart/2005/8/layout/orgChart1"/>
    <dgm:cxn modelId="{C4A013B5-3908-BF46-BB45-15A63909210D}" type="presOf" srcId="{35CA2863-982E-1D49-A9A2-1EDC1AC7B6E2}" destId="{EAE337F8-5720-B041-9D3B-7EEB65C898C6}" srcOrd="0" destOrd="0" presId="urn:microsoft.com/office/officeart/2005/8/layout/orgChart1"/>
    <dgm:cxn modelId="{2C1092B5-6659-F84B-A090-367C22DFA2D2}" type="presOf" srcId="{39B3A9C1-A35F-6B49-8C03-9F3DB0DF30AC}" destId="{A14F600D-AFF0-D24E-B311-3763AB510B5E}" srcOrd="0" destOrd="0" presId="urn:microsoft.com/office/officeart/2005/8/layout/orgChart1"/>
    <dgm:cxn modelId="{4A8E2AB6-6437-FD4D-8371-A7334301D29E}" type="presOf" srcId="{48737633-FC1E-654E-B2EA-348803B310D6}" destId="{89F15FBD-5A53-224F-A81D-4FDE2B32BE43}" srcOrd="0" destOrd="0" presId="urn:microsoft.com/office/officeart/2005/8/layout/orgChart1"/>
    <dgm:cxn modelId="{23FB97B6-45C3-A049-967E-4D652A56AC7B}" type="presOf" srcId="{4CA5AAE6-E842-814C-922A-EA13A4487E1C}" destId="{BE7799E8-DB58-254E-A275-4B5C0AB35976}" srcOrd="1" destOrd="0" presId="urn:microsoft.com/office/officeart/2005/8/layout/orgChart1"/>
    <dgm:cxn modelId="{12C214B7-E9B2-B046-8FA0-3E9D8BAD2809}" srcId="{5DFE6A49-7123-844B-924F-3DC4DBF8F3B0}" destId="{7C76B141-BC3B-FB48-B1EC-6CB2ED8EF919}" srcOrd="2" destOrd="0" parTransId="{54E61502-81F3-1540-8CC7-A077868DE002}" sibTransId="{42C10DF2-1EED-2946-9091-2CD2F7D0BE78}"/>
    <dgm:cxn modelId="{EC91C9B7-D4F1-F948-AC83-2CF6043D9C18}" type="presOf" srcId="{CC87EAC7-81A7-1947-A975-2FC8B1297ACB}" destId="{5208367F-1E67-054B-B5CA-B1A29466C1B7}" srcOrd="0" destOrd="0" presId="urn:microsoft.com/office/officeart/2005/8/layout/orgChart1"/>
    <dgm:cxn modelId="{13C8F6B9-2637-414A-87AA-D010DE4371F6}" srcId="{5DFE6A49-7123-844B-924F-3DC4DBF8F3B0}" destId="{125E7774-CCAD-B645-AC93-62674C074C9A}" srcOrd="8" destOrd="0" parTransId="{62D9B41E-D7F4-BA43-BC8A-AAB78E7D676C}" sibTransId="{59E1E759-84BB-1A48-AB3E-B41A7FBF801F}"/>
    <dgm:cxn modelId="{24EA05BA-C155-5B45-8C71-3E4711A7A0BF}" type="presOf" srcId="{F96DD9C8-5E66-0542-B1B3-992E65713F21}" destId="{8E623262-5757-BC43-A2EC-9848D7B0A104}" srcOrd="0" destOrd="0" presId="urn:microsoft.com/office/officeart/2005/8/layout/orgChart1"/>
    <dgm:cxn modelId="{F5978BBA-6438-8D45-B66C-3036ADA6BF8B}" type="presOf" srcId="{922811F2-AB8D-CB4A-A581-5F1277B85A17}" destId="{B9C76D11-6082-2D4D-BC13-A3977F8E7C7A}" srcOrd="0" destOrd="0" presId="urn:microsoft.com/office/officeart/2005/8/layout/orgChart1"/>
    <dgm:cxn modelId="{19F55DBB-42B1-8043-BB05-28235DB81FEB}" type="presOf" srcId="{965E04A2-3BDB-344A-8E03-8DF7C9E99E57}" destId="{59B74B86-7133-1844-99A4-A6AE9212C083}" srcOrd="1" destOrd="0" presId="urn:microsoft.com/office/officeart/2005/8/layout/orgChart1"/>
    <dgm:cxn modelId="{F9B8EEBB-B06C-2E4F-90B8-CFDAB880E58C}" srcId="{4132CFA7-FD95-9449-B5A3-351FC30E6530}" destId="{7387BA4D-0B1E-6C47-9462-5385AED4C801}" srcOrd="6" destOrd="0" parTransId="{E583A822-2DD0-E042-96A3-6992FD0C40AD}" sibTransId="{4FD544B5-9DED-7C43-BB89-EBC5567BA8CB}"/>
    <dgm:cxn modelId="{04BC16BC-05CF-1949-8592-384877D916D5}" type="presOf" srcId="{57A18FFB-8C5B-7446-ADCA-CD683A56ECE6}" destId="{D9646B81-AAA9-124E-8FC3-E3F9864FB3C3}" srcOrd="0" destOrd="0" presId="urn:microsoft.com/office/officeart/2005/8/layout/orgChart1"/>
    <dgm:cxn modelId="{6C8C17BD-3133-194F-9AC9-6973627AC245}" type="presOf" srcId="{861670E3-42FC-0C48-97A4-A93B18ABC74A}" destId="{FD464B6B-A926-EE48-B47E-181A9CCC478D}" srcOrd="1" destOrd="0" presId="urn:microsoft.com/office/officeart/2005/8/layout/orgChart1"/>
    <dgm:cxn modelId="{81E854BD-09D7-DA40-B150-207C5937AA9C}" type="presOf" srcId="{6A636882-D2AF-E14F-9368-1B65081C9F92}" destId="{76D540AB-236C-CF40-85F1-00FAEB96D077}" srcOrd="0" destOrd="0" presId="urn:microsoft.com/office/officeart/2005/8/layout/orgChart1"/>
    <dgm:cxn modelId="{620C39C0-0C5F-8443-BC32-928704094A66}" type="presOf" srcId="{72A0DCDE-B6A5-A14D-9E25-A469EC81FC99}" destId="{C2D99175-C278-584C-9077-5978C876ADD8}" srcOrd="1" destOrd="0" presId="urn:microsoft.com/office/officeart/2005/8/layout/orgChart1"/>
    <dgm:cxn modelId="{C8E750C2-12F1-D74A-9D18-523EC93222A4}" type="presOf" srcId="{65CD1EE5-D209-0447-9CC8-696997E581F2}" destId="{4A4CE9CB-6737-FD47-B5B9-AF543175B8BB}" srcOrd="0" destOrd="0" presId="urn:microsoft.com/office/officeart/2005/8/layout/orgChart1"/>
    <dgm:cxn modelId="{2ED1CBC2-9E30-AD46-9148-8632FAC70C56}" type="presOf" srcId="{922811F2-AB8D-CB4A-A581-5F1277B85A17}" destId="{311419FD-991D-EF4F-8780-3EBCA918CC2F}" srcOrd="1" destOrd="0" presId="urn:microsoft.com/office/officeart/2005/8/layout/orgChart1"/>
    <dgm:cxn modelId="{7AADC5C5-4FDB-744A-B4AF-4E312570AEA2}" type="presOf" srcId="{30F2889E-42BF-E14F-9B48-11311C90F292}" destId="{F4A03AA2-18D9-4146-B89F-A238A90AF6EF}" srcOrd="1" destOrd="0" presId="urn:microsoft.com/office/officeart/2005/8/layout/orgChart1"/>
    <dgm:cxn modelId="{B52803C6-A9DA-B842-ADB2-4A1851661A0B}" srcId="{4132CFA7-FD95-9449-B5A3-351FC30E6530}" destId="{5EBAAFFC-C4D7-1D4B-94E3-E1D8097B176B}" srcOrd="7" destOrd="0" parTransId="{335E175E-DF34-8D4F-80AA-4439AF5D8FED}" sibTransId="{326731B8-FA5C-7647-AFEC-FC764EF3EADD}"/>
    <dgm:cxn modelId="{C08C4DC6-541D-2447-AA93-52992911A06E}" type="presOf" srcId="{315862AF-A642-7E40-8BBF-F71BE81CED89}" destId="{CFC86CE6-AACD-5645-A6BB-917ADD63444A}" srcOrd="0" destOrd="0" presId="urn:microsoft.com/office/officeart/2005/8/layout/orgChart1"/>
    <dgm:cxn modelId="{F17A2AC7-456D-9848-B0B3-95C9DCA752EA}" type="presOf" srcId="{7BBA3518-7363-E345-9A99-07E92EEAD9C8}" destId="{16A34988-A1B1-8E44-B4BD-A3D47FA3877A}" srcOrd="0" destOrd="0" presId="urn:microsoft.com/office/officeart/2005/8/layout/orgChart1"/>
    <dgm:cxn modelId="{E31F34C9-4B68-C844-8FFB-3DF5B6361D53}" type="presOf" srcId="{F16690AF-0AE2-EE4E-904D-D1C7D739BBEB}" destId="{044CC437-8B11-6C45-8E10-81A55CB14516}" srcOrd="0" destOrd="0" presId="urn:microsoft.com/office/officeart/2005/8/layout/orgChart1"/>
    <dgm:cxn modelId="{E13DC8CA-50CC-1D41-B2FC-17E3C96BAAB6}" type="presOf" srcId="{CC87EAC7-81A7-1947-A975-2FC8B1297ACB}" destId="{A4531C4A-2BF1-6146-B441-5FB078D8DBB2}" srcOrd="1" destOrd="0" presId="urn:microsoft.com/office/officeart/2005/8/layout/orgChart1"/>
    <dgm:cxn modelId="{9DFF17CB-904F-C649-9471-4D86B9F836B3}" type="presOf" srcId="{3E281D9B-C965-194D-806C-4F35A76A0E1C}" destId="{96CCF3CE-B3B5-D14A-AEF6-9B1D947AEE2D}" srcOrd="0" destOrd="0" presId="urn:microsoft.com/office/officeart/2005/8/layout/orgChart1"/>
    <dgm:cxn modelId="{B55EADCB-D8FB-D244-91A1-09BDDC704F86}" type="presOf" srcId="{7E002ADB-F3F1-5C4D-81DE-CEDD77E3A6D5}" destId="{66EA910A-3117-6F43-966D-6B7326A8102E}" srcOrd="0" destOrd="0" presId="urn:microsoft.com/office/officeart/2005/8/layout/orgChart1"/>
    <dgm:cxn modelId="{CA50A4CC-4FF9-EB4B-9C29-021FB90E76AE}" type="presOf" srcId="{619CA725-BEF3-4347-8E20-AA79313D45EB}" destId="{3E90519F-32A6-6A49-BC83-131799752B26}" srcOrd="0" destOrd="0" presId="urn:microsoft.com/office/officeart/2005/8/layout/orgChart1"/>
    <dgm:cxn modelId="{900DABCC-BA08-BD45-91DE-7945524C907C}" type="presOf" srcId="{829F9E46-6E38-F440-ABE9-8904E0937973}" destId="{1962A6C8-EF7C-984B-AA1C-13FDB0F99D07}" srcOrd="0" destOrd="0" presId="urn:microsoft.com/office/officeart/2005/8/layout/orgChart1"/>
    <dgm:cxn modelId="{09F484CE-062B-5F4A-849D-2EF25F7856E6}" type="presOf" srcId="{B2F32720-B894-454A-ABD9-249E5B69D14A}" destId="{019E52B9-556D-E940-BF5C-2DA8A0C893EB}" srcOrd="1" destOrd="0" presId="urn:microsoft.com/office/officeart/2005/8/layout/orgChart1"/>
    <dgm:cxn modelId="{3960E1CE-4832-A841-8301-6CD8B360BCEB}" type="presOf" srcId="{65CD1EE5-D209-0447-9CC8-696997E581F2}" destId="{5D93B13E-7888-D840-B431-9A30ED96B781}" srcOrd="1" destOrd="0" presId="urn:microsoft.com/office/officeart/2005/8/layout/orgChart1"/>
    <dgm:cxn modelId="{585747D0-E259-E04C-9FCA-34C7073F96E1}" srcId="{4132CFA7-FD95-9449-B5A3-351FC30E6530}" destId="{DB6B1AF1-7E74-3A43-AF14-6E24318FC286}" srcOrd="0" destOrd="0" parTransId="{A93A8EDF-2218-C144-899F-71680B078235}" sibTransId="{061CCEF4-C1D9-5140-AD51-C9183554A09F}"/>
    <dgm:cxn modelId="{5EA0B5D5-BB4C-1E41-8882-1DB25BF59DD4}" type="presOf" srcId="{BE7BAB09-EAA4-6A41-83FA-901A53371BB8}" destId="{B1709B71-D254-9048-BD6F-88620B293FF2}" srcOrd="0" destOrd="0" presId="urn:microsoft.com/office/officeart/2005/8/layout/orgChart1"/>
    <dgm:cxn modelId="{27D6D6D8-020D-9342-BD99-301BD59096FF}" type="presOf" srcId="{24805286-C409-6F4E-AE1C-E44823A0DAED}" destId="{24075661-CE3E-8644-8CA5-DB2858285C07}" srcOrd="0" destOrd="0" presId="urn:microsoft.com/office/officeart/2005/8/layout/orgChart1"/>
    <dgm:cxn modelId="{A0B3DEDC-E420-7A4B-800A-6F6DDE4B67F6}" type="presOf" srcId="{E9CC292E-FEF2-1640-8FC2-493A09750EE8}" destId="{F47A6D65-D8E2-D946-90DE-24AD0FBD52CE}" srcOrd="0" destOrd="0" presId="urn:microsoft.com/office/officeart/2005/8/layout/orgChart1"/>
    <dgm:cxn modelId="{EA0ABCDD-119F-2741-9D3D-18E6084867B7}" srcId="{6D472E85-38B5-504B-B46B-44A8E5926EBC}" destId="{20A5C131-062A-B24E-93D9-B73499BCD8C7}" srcOrd="1" destOrd="0" parTransId="{41BBFDFC-98DE-3F40-8A51-34FF438DD8E7}" sibTransId="{765A86DA-EDB5-C74D-99BF-44E9986A1112}"/>
    <dgm:cxn modelId="{BE3715DE-EABA-774D-8E20-9AC145710BB7}" type="presOf" srcId="{54E61502-81F3-1540-8CC7-A077868DE002}" destId="{44263122-1846-454E-A53A-34FE815852C0}" srcOrd="0" destOrd="0" presId="urn:microsoft.com/office/officeart/2005/8/layout/orgChart1"/>
    <dgm:cxn modelId="{11A507E0-BDF9-944C-94DF-0082E1A6C65F}" type="presOf" srcId="{04969BA1-8E0F-1948-B758-8830681DF978}" destId="{3FD6DDAD-5BDA-EF4E-9CBC-C5F57BC9FA86}" srcOrd="1" destOrd="0" presId="urn:microsoft.com/office/officeart/2005/8/layout/orgChart1"/>
    <dgm:cxn modelId="{2273E8E1-A040-5642-B76A-FDA443064217}" type="presOf" srcId="{11B9EE14-9291-F84D-BAE7-A10DC2BB06D7}" destId="{4A0E7215-0682-9242-8420-A779635EFBB7}" srcOrd="0" destOrd="0" presId="urn:microsoft.com/office/officeart/2005/8/layout/orgChart1"/>
    <dgm:cxn modelId="{FC3DFBE2-A053-4649-9974-F25443A2E888}" type="presOf" srcId="{BA61C4AC-5E7B-7C40-8D10-18E4EE1DDF76}" destId="{78140F15-B747-4346-970B-15354C586E20}" srcOrd="0" destOrd="0" presId="urn:microsoft.com/office/officeart/2005/8/layout/orgChart1"/>
    <dgm:cxn modelId="{A6CED6E5-A1D0-E443-BDC6-A51EE276D548}" type="presOf" srcId="{965E04A2-3BDB-344A-8E03-8DF7C9E99E57}" destId="{087DE2F9-2A04-ED41-B260-B7B2CB1F122E}" srcOrd="0" destOrd="0" presId="urn:microsoft.com/office/officeart/2005/8/layout/orgChart1"/>
    <dgm:cxn modelId="{D4E888E7-C83A-8D41-90C4-1F4782A9E02E}" type="presOf" srcId="{33DAE7DA-1D80-0C4C-A95B-47725CCFBB57}" destId="{C752082B-7149-5F4E-95C4-A7755BEF3803}" srcOrd="1" destOrd="0" presId="urn:microsoft.com/office/officeart/2005/8/layout/orgChart1"/>
    <dgm:cxn modelId="{431BBAE7-3040-E84E-9E91-0FA20426CD85}" srcId="{5DFE6A49-7123-844B-924F-3DC4DBF8F3B0}" destId="{CA360E9F-B4CB-5E4A-8CAF-1548861C03F1}" srcOrd="5" destOrd="0" parTransId="{EE787C3F-DB93-AE4F-8D4C-AA28EB528BCA}" sibTransId="{773F6839-EBC2-E249-8823-0769EBF79130}"/>
    <dgm:cxn modelId="{B8598DE8-3957-C94B-A3EB-B72B85386158}" type="presOf" srcId="{835DE79A-9C7B-5647-847E-22B575F98C91}" destId="{99A6590C-511D-C74B-88EF-65D88620DD1C}" srcOrd="1" destOrd="0" presId="urn:microsoft.com/office/officeart/2005/8/layout/orgChart1"/>
    <dgm:cxn modelId="{4732B3EC-2B5F-EE4D-B83E-57C7ECFF900C}" type="presOf" srcId="{6D6DF472-84A5-8948-8FB4-803622035365}" destId="{A7E7B779-0F03-8643-8B77-D6750FA8B7B2}" srcOrd="0" destOrd="0" presId="urn:microsoft.com/office/officeart/2005/8/layout/orgChart1"/>
    <dgm:cxn modelId="{B84CD0EC-1D5C-8946-BCF5-B5544BFC061C}" srcId="{835DE79A-9C7B-5647-847E-22B575F98C91}" destId="{D642D207-E950-CA46-B6B8-DC67ACA07A75}" srcOrd="2" destOrd="0" parTransId="{DDE71663-5A11-B341-AE98-FAAFA4C8FB74}" sibTransId="{CA1C977E-E46B-ED41-BE70-72D22CFD0F70}"/>
    <dgm:cxn modelId="{31D15CEE-9EFB-0D49-A363-C57126E71347}" type="presOf" srcId="{4CA5AAE6-E842-814C-922A-EA13A4487E1C}" destId="{389E53C9-041C-214E-AF05-C1EC5FA9867E}" srcOrd="0" destOrd="0" presId="urn:microsoft.com/office/officeart/2005/8/layout/orgChart1"/>
    <dgm:cxn modelId="{3D49BFEF-3D72-3A46-993D-F0172CCB3E1B}" type="presOf" srcId="{B0D68D4A-711B-984C-8EF2-B94383BD6883}" destId="{AF4984BC-1D39-AF45-95C8-87E956519B54}" srcOrd="0" destOrd="0" presId="urn:microsoft.com/office/officeart/2005/8/layout/orgChart1"/>
    <dgm:cxn modelId="{6E7413F3-DD92-AF4B-A52E-6B0F1D382516}" srcId="{535526AF-6DFD-1C4F-BD18-EEF6FFE8D093}" destId="{3D8E9610-8EA5-0443-96D7-C9F3E3B8B49A}" srcOrd="2" destOrd="0" parTransId="{39B3A9C1-A35F-6B49-8C03-9F3DB0DF30AC}" sibTransId="{6F7BBEC8-A658-1345-9927-C25AD9EC71FD}"/>
    <dgm:cxn modelId="{16576FF3-2185-C140-B070-842C348F5E69}" type="presOf" srcId="{E72D2E76-1438-8D46-9784-90FA178C4911}" destId="{132ACCA4-4241-0648-A01E-6A57196AFB07}" srcOrd="1" destOrd="0" presId="urn:microsoft.com/office/officeart/2005/8/layout/orgChart1"/>
    <dgm:cxn modelId="{F5AB52F3-92C7-1A4F-BDAB-91DD3EEC31A0}" type="presOf" srcId="{C7DE289B-2BF2-1D4D-A6D4-E94B6586057E}" destId="{0D064EA6-31E4-8644-A48A-5B579D3D8ED4}" srcOrd="1" destOrd="0" presId="urn:microsoft.com/office/officeart/2005/8/layout/orgChart1"/>
    <dgm:cxn modelId="{5C3760F4-D0F7-0543-B03B-8CE1422250CB}" type="presOf" srcId="{AC0B6F88-2404-3A49-AE8A-8ADF8412EFA2}" destId="{E9262346-C641-E947-A2BA-83367BB920C5}" srcOrd="1" destOrd="0" presId="urn:microsoft.com/office/officeart/2005/8/layout/orgChart1"/>
    <dgm:cxn modelId="{75EE60F4-4F39-1340-B231-0796FF01B1F9}" type="presOf" srcId="{A93A8EDF-2218-C144-899F-71680B078235}" destId="{C74993F7-AB20-EB4E-B6DD-C0C281F42651}" srcOrd="0" destOrd="0" presId="urn:microsoft.com/office/officeart/2005/8/layout/orgChart1"/>
    <dgm:cxn modelId="{A2F10CF7-1C48-9041-9874-E46206CD9270}" type="presOf" srcId="{535526AF-6DFD-1C4F-BD18-EEF6FFE8D093}" destId="{8FDC6DC2-E733-E341-A3E3-85E7386C7050}" srcOrd="1" destOrd="0" presId="urn:microsoft.com/office/officeart/2005/8/layout/orgChart1"/>
    <dgm:cxn modelId="{F4A7DAF7-1C80-7841-BE2F-7C7234FEFD56}" type="presOf" srcId="{9F0C836F-7130-4441-AFF1-57394A4BA0BA}" destId="{BA66C627-962F-0E47-BE4D-4F359213A80D}" srcOrd="1" destOrd="0" presId="urn:microsoft.com/office/officeart/2005/8/layout/orgChart1"/>
    <dgm:cxn modelId="{FE48D8FB-AC24-194E-8536-F95B2E1C1944}" type="presOf" srcId="{4132CFA7-FD95-9449-B5A3-351FC30E6530}" destId="{99CCD27E-1E5B-8242-8077-95DC29F7ED6A}" srcOrd="1" destOrd="0" presId="urn:microsoft.com/office/officeart/2005/8/layout/orgChart1"/>
    <dgm:cxn modelId="{7F2AC1FC-89D3-544F-A9C7-E8AA9C21F6EA}" type="presOf" srcId="{AABC591D-9124-9B47-809F-35A216B246E8}" destId="{D62D86D6-036A-FA4A-82D5-7852E56ED898}" srcOrd="1" destOrd="0" presId="urn:microsoft.com/office/officeart/2005/8/layout/orgChart1"/>
    <dgm:cxn modelId="{C4293AFD-E04D-F54E-877D-02C3BA2A74D7}" type="presOf" srcId="{AEA0FD23-6C84-A34E-A1C2-E49600F86F16}" destId="{581FC9D4-440D-E84E-B337-D6861C7CCB23}" srcOrd="1" destOrd="0" presId="urn:microsoft.com/office/officeart/2005/8/layout/orgChart1"/>
    <dgm:cxn modelId="{6748C4FE-34DE-CB4E-A93B-508C862349EF}" type="presOf" srcId="{1DF10D4F-7148-4847-AACD-3A2BA2FE82CD}" destId="{198CE295-0600-A448-BBEF-99CC77D3E4A7}" srcOrd="1" destOrd="0" presId="urn:microsoft.com/office/officeart/2005/8/layout/orgChart1"/>
    <dgm:cxn modelId="{FB433EFF-AE4C-FF40-BD81-51D1C488B4D9}" type="presOf" srcId="{5DFE6A49-7123-844B-924F-3DC4DBF8F3B0}" destId="{4E78ED85-9085-834F-B859-3FADF80004F1}" srcOrd="0" destOrd="0" presId="urn:microsoft.com/office/officeart/2005/8/layout/orgChart1"/>
    <dgm:cxn modelId="{7DA041FF-7FAB-C24B-803A-9C2B6D966736}" type="presOf" srcId="{B731AC1D-7A95-814A-8A7F-F335B9F3715F}" destId="{0EDEC2F4-31B6-3843-B15E-C4E505CEB041}" srcOrd="0" destOrd="0" presId="urn:microsoft.com/office/officeart/2005/8/layout/orgChart1"/>
    <dgm:cxn modelId="{E026CFFF-969F-7048-B753-F8139F6ECF78}" type="presOf" srcId="{DB6B1AF1-7E74-3A43-AF14-6E24318FC286}" destId="{62DDA8D9-7A5E-E743-BD27-F44DF0E6396F}" srcOrd="0" destOrd="0" presId="urn:microsoft.com/office/officeart/2005/8/layout/orgChart1"/>
    <dgm:cxn modelId="{32D264E9-6E44-B64C-8AB7-F8ACFBFBB748}" type="presParOf" srcId="{7E85A872-46C8-6041-A9AA-498C665DDBC6}" destId="{1D725428-EA70-2147-B72F-CCEEF9DF6810}" srcOrd="0" destOrd="0" presId="urn:microsoft.com/office/officeart/2005/8/layout/orgChart1"/>
    <dgm:cxn modelId="{6ED8748D-7ABC-7F46-95C3-1BD9A39F9669}" type="presParOf" srcId="{1D725428-EA70-2147-B72F-CCEEF9DF6810}" destId="{945C383D-B9FF-8D4F-98E7-D434678D63A8}" srcOrd="0" destOrd="0" presId="urn:microsoft.com/office/officeart/2005/8/layout/orgChart1"/>
    <dgm:cxn modelId="{EC4B9006-F322-BA40-8E67-F18E8F800608}" type="presParOf" srcId="{945C383D-B9FF-8D4F-98E7-D434678D63A8}" destId="{389E53C9-041C-214E-AF05-C1EC5FA9867E}" srcOrd="0" destOrd="0" presId="urn:microsoft.com/office/officeart/2005/8/layout/orgChart1"/>
    <dgm:cxn modelId="{DA5DBBC1-56C1-EB44-9654-15076DEC55F8}" type="presParOf" srcId="{945C383D-B9FF-8D4F-98E7-D434678D63A8}" destId="{BE7799E8-DB58-254E-A275-4B5C0AB35976}" srcOrd="1" destOrd="0" presId="urn:microsoft.com/office/officeart/2005/8/layout/orgChart1"/>
    <dgm:cxn modelId="{12E538F9-C064-F84D-8675-B3BBA096395F}" type="presParOf" srcId="{1D725428-EA70-2147-B72F-CCEEF9DF6810}" destId="{06875C6E-5553-7345-B1FF-028CD4B2175D}" srcOrd="1" destOrd="0" presId="urn:microsoft.com/office/officeart/2005/8/layout/orgChart1"/>
    <dgm:cxn modelId="{BAF9FD58-4820-2049-BF0E-8383D9C9BE09}" type="presParOf" srcId="{06875C6E-5553-7345-B1FF-028CD4B2175D}" destId="{87B21868-B9EB-B844-9EA5-3FD2144664F5}" srcOrd="0" destOrd="0" presId="urn:microsoft.com/office/officeart/2005/8/layout/orgChart1"/>
    <dgm:cxn modelId="{B766AC12-0E35-4B40-B33E-BFCC967EC942}" type="presParOf" srcId="{06875C6E-5553-7345-B1FF-028CD4B2175D}" destId="{4724DAF8-D017-4045-8EAC-4C269B51A542}" srcOrd="1" destOrd="0" presId="urn:microsoft.com/office/officeart/2005/8/layout/orgChart1"/>
    <dgm:cxn modelId="{62AE4CBF-F0DC-3A49-B261-935F894DF687}" type="presParOf" srcId="{4724DAF8-D017-4045-8EAC-4C269B51A542}" destId="{B0651FA8-04B0-CF4F-94D1-D021733F04EB}" srcOrd="0" destOrd="0" presId="urn:microsoft.com/office/officeart/2005/8/layout/orgChart1"/>
    <dgm:cxn modelId="{C6C71DCC-E046-3448-B67D-6F4593B256E1}" type="presParOf" srcId="{B0651FA8-04B0-CF4F-94D1-D021733F04EB}" destId="{82FF15B1-F984-774B-A4E1-6A8DC81D7D66}" srcOrd="0" destOrd="0" presId="urn:microsoft.com/office/officeart/2005/8/layout/orgChart1"/>
    <dgm:cxn modelId="{CD5357C8-8DBD-EF4E-B5BC-2077143376D8}" type="presParOf" srcId="{B0651FA8-04B0-CF4F-94D1-D021733F04EB}" destId="{58E66071-80F5-4F42-9EB1-48E90EF236A0}" srcOrd="1" destOrd="0" presId="urn:microsoft.com/office/officeart/2005/8/layout/orgChart1"/>
    <dgm:cxn modelId="{A8F4D67E-DC0A-554B-99BD-BE5F3A1FC04C}" type="presParOf" srcId="{4724DAF8-D017-4045-8EAC-4C269B51A542}" destId="{7F262D1D-D6B5-4548-8F51-4B2942132164}" srcOrd="1" destOrd="0" presId="urn:microsoft.com/office/officeart/2005/8/layout/orgChart1"/>
    <dgm:cxn modelId="{7DD52A48-F049-9848-B099-1E123E8645CA}" type="presParOf" srcId="{7F262D1D-D6B5-4548-8F51-4B2942132164}" destId="{78813731-1BE3-0748-89F5-754535518510}" srcOrd="0" destOrd="0" presId="urn:microsoft.com/office/officeart/2005/8/layout/orgChart1"/>
    <dgm:cxn modelId="{F10C45F2-E8E6-704C-85BC-9F6498D4D1B1}" type="presParOf" srcId="{7F262D1D-D6B5-4548-8F51-4B2942132164}" destId="{199F4E8A-3054-854F-BBFE-4F7E17F6861D}" srcOrd="1" destOrd="0" presId="urn:microsoft.com/office/officeart/2005/8/layout/orgChart1"/>
    <dgm:cxn modelId="{358330B1-6036-5B4A-809F-BEAA0083397D}" type="presParOf" srcId="{199F4E8A-3054-854F-BBFE-4F7E17F6861D}" destId="{59A46350-5D62-E24C-8C50-23DC6C7A0D58}" srcOrd="0" destOrd="0" presId="urn:microsoft.com/office/officeart/2005/8/layout/orgChart1"/>
    <dgm:cxn modelId="{04A111EB-1DB9-A546-AF02-AF355646907D}" type="presParOf" srcId="{59A46350-5D62-E24C-8C50-23DC6C7A0D58}" destId="{B9C76D11-6082-2D4D-BC13-A3977F8E7C7A}" srcOrd="0" destOrd="0" presId="urn:microsoft.com/office/officeart/2005/8/layout/orgChart1"/>
    <dgm:cxn modelId="{A7EAE0AF-85F1-C647-AD6C-F24934BD0E25}" type="presParOf" srcId="{59A46350-5D62-E24C-8C50-23DC6C7A0D58}" destId="{311419FD-991D-EF4F-8780-3EBCA918CC2F}" srcOrd="1" destOrd="0" presId="urn:microsoft.com/office/officeart/2005/8/layout/orgChart1"/>
    <dgm:cxn modelId="{D2A59DDA-D58B-D649-963A-6AD41B00B428}" type="presParOf" srcId="{199F4E8A-3054-854F-BBFE-4F7E17F6861D}" destId="{1828DD6E-77CF-B544-B3DE-7339FE5688EE}" srcOrd="1" destOrd="0" presId="urn:microsoft.com/office/officeart/2005/8/layout/orgChart1"/>
    <dgm:cxn modelId="{1C5F66CE-673C-5C47-9270-223C13695601}" type="presParOf" srcId="{199F4E8A-3054-854F-BBFE-4F7E17F6861D}" destId="{E9B4727E-BFCF-774B-A3F7-75967D0BCDE4}" srcOrd="2" destOrd="0" presId="urn:microsoft.com/office/officeart/2005/8/layout/orgChart1"/>
    <dgm:cxn modelId="{EAEEF376-B61A-2C4B-92E8-281839D9C75E}" type="presParOf" srcId="{7F262D1D-D6B5-4548-8F51-4B2942132164}" destId="{EC9BD4BA-B6CE-A747-BA52-B4BA3F3FBAFA}" srcOrd="2" destOrd="0" presId="urn:microsoft.com/office/officeart/2005/8/layout/orgChart1"/>
    <dgm:cxn modelId="{D2A9F96C-63CC-0E4B-BA73-E2DFD8D99E94}" type="presParOf" srcId="{7F262D1D-D6B5-4548-8F51-4B2942132164}" destId="{6007C6E5-8EF0-6848-A7E7-4580A745F6FE}" srcOrd="3" destOrd="0" presId="urn:microsoft.com/office/officeart/2005/8/layout/orgChart1"/>
    <dgm:cxn modelId="{2B76F735-AFE2-0742-81EF-528933B8DC97}" type="presParOf" srcId="{6007C6E5-8EF0-6848-A7E7-4580A745F6FE}" destId="{D3EA5490-265E-2B4A-AAB0-337852CFA30F}" srcOrd="0" destOrd="0" presId="urn:microsoft.com/office/officeart/2005/8/layout/orgChart1"/>
    <dgm:cxn modelId="{C8CD99C0-94A5-9747-AF3E-C3BD531D5538}" type="presParOf" srcId="{D3EA5490-265E-2B4A-AAB0-337852CFA30F}" destId="{8E623262-5757-BC43-A2EC-9848D7B0A104}" srcOrd="0" destOrd="0" presId="urn:microsoft.com/office/officeart/2005/8/layout/orgChart1"/>
    <dgm:cxn modelId="{8C4B8323-0212-9A49-AD3D-71F009F256A5}" type="presParOf" srcId="{D3EA5490-265E-2B4A-AAB0-337852CFA30F}" destId="{F6D14AC5-68A9-544D-A923-425CD66F0BE5}" srcOrd="1" destOrd="0" presId="urn:microsoft.com/office/officeart/2005/8/layout/orgChart1"/>
    <dgm:cxn modelId="{63E6CCDA-71CC-2F43-B485-13135A8AA2D2}" type="presParOf" srcId="{6007C6E5-8EF0-6848-A7E7-4580A745F6FE}" destId="{D8FDEF5F-A4B2-754D-AD83-1ECE9FFA44EB}" srcOrd="1" destOrd="0" presId="urn:microsoft.com/office/officeart/2005/8/layout/orgChart1"/>
    <dgm:cxn modelId="{4D002168-DBBD-CE44-B47A-7D3C449F9355}" type="presParOf" srcId="{6007C6E5-8EF0-6848-A7E7-4580A745F6FE}" destId="{D9297DD0-63D7-5644-899A-FC1A000BD665}" srcOrd="2" destOrd="0" presId="urn:microsoft.com/office/officeart/2005/8/layout/orgChart1"/>
    <dgm:cxn modelId="{703BA896-9957-C14D-BD36-320DBCD9F0A7}" type="presParOf" srcId="{7F262D1D-D6B5-4548-8F51-4B2942132164}" destId="{2AFD5995-C4D5-D34E-BCDB-3C9A8638D790}" srcOrd="4" destOrd="0" presId="urn:microsoft.com/office/officeart/2005/8/layout/orgChart1"/>
    <dgm:cxn modelId="{0C9EAECD-146A-E94D-9F27-0E25E68C9F89}" type="presParOf" srcId="{7F262D1D-D6B5-4548-8F51-4B2942132164}" destId="{745EF022-276F-7A45-801B-E62EF7A3F480}" srcOrd="5" destOrd="0" presId="urn:microsoft.com/office/officeart/2005/8/layout/orgChart1"/>
    <dgm:cxn modelId="{25DF0987-B769-8941-BE45-4AA6C3E4EBA9}" type="presParOf" srcId="{745EF022-276F-7A45-801B-E62EF7A3F480}" destId="{FA73A9AE-4358-FB42-8817-286A70B1752A}" srcOrd="0" destOrd="0" presId="urn:microsoft.com/office/officeart/2005/8/layout/orgChart1"/>
    <dgm:cxn modelId="{CFFEBE96-CC6B-D64E-8C20-7170BD09C511}" type="presParOf" srcId="{FA73A9AE-4358-FB42-8817-286A70B1752A}" destId="{4AE6ABEE-00B2-564C-B839-70B87558C563}" srcOrd="0" destOrd="0" presId="urn:microsoft.com/office/officeart/2005/8/layout/orgChart1"/>
    <dgm:cxn modelId="{1938841F-1C81-6C4B-B571-7A979E3D9440}" type="presParOf" srcId="{FA73A9AE-4358-FB42-8817-286A70B1752A}" destId="{223257FE-93C0-FE4F-A7C7-FB86E65355C3}" srcOrd="1" destOrd="0" presId="urn:microsoft.com/office/officeart/2005/8/layout/orgChart1"/>
    <dgm:cxn modelId="{4D1AC47B-9194-9344-8EA9-8753877B59E4}" type="presParOf" srcId="{745EF022-276F-7A45-801B-E62EF7A3F480}" destId="{AA04BB64-7AD4-2E48-BAFD-A316A929CD93}" srcOrd="1" destOrd="0" presId="urn:microsoft.com/office/officeart/2005/8/layout/orgChart1"/>
    <dgm:cxn modelId="{6F573980-6FF0-3F46-BBAD-2946B544E107}" type="presParOf" srcId="{745EF022-276F-7A45-801B-E62EF7A3F480}" destId="{D93EF324-E75E-7A4B-9DC4-E262831FBC1D}" srcOrd="2" destOrd="0" presId="urn:microsoft.com/office/officeart/2005/8/layout/orgChart1"/>
    <dgm:cxn modelId="{708A20B3-4A9C-4B43-A8DA-D952B1E471E7}" type="presParOf" srcId="{4724DAF8-D017-4045-8EAC-4C269B51A542}" destId="{EAF6FA01-96AD-B147-A2A2-A54B08F63B58}" srcOrd="2" destOrd="0" presId="urn:microsoft.com/office/officeart/2005/8/layout/orgChart1"/>
    <dgm:cxn modelId="{1CC8FD7C-E2D1-A64E-8867-6E0446108D3F}" type="presParOf" srcId="{06875C6E-5553-7345-B1FF-028CD4B2175D}" destId="{5F70F774-1F54-5044-BE50-34BCCFE9A255}" srcOrd="2" destOrd="0" presId="urn:microsoft.com/office/officeart/2005/8/layout/orgChart1"/>
    <dgm:cxn modelId="{4096DE34-AF4F-0346-8A3C-6DF78A374021}" type="presParOf" srcId="{06875C6E-5553-7345-B1FF-028CD4B2175D}" destId="{40E6DF93-309E-D54A-A4EA-6B5239B45432}" srcOrd="3" destOrd="0" presId="urn:microsoft.com/office/officeart/2005/8/layout/orgChart1"/>
    <dgm:cxn modelId="{DAA026CB-8AD1-9347-9BCF-EBFE9F5DB6DD}" type="presParOf" srcId="{40E6DF93-309E-D54A-A4EA-6B5239B45432}" destId="{053A067F-E28A-A746-988F-01F11C505BB5}" srcOrd="0" destOrd="0" presId="urn:microsoft.com/office/officeart/2005/8/layout/orgChart1"/>
    <dgm:cxn modelId="{03B87985-1D39-2047-8AF4-B3A38A326FC3}" type="presParOf" srcId="{053A067F-E28A-A746-988F-01F11C505BB5}" destId="{4E78ED85-9085-834F-B859-3FADF80004F1}" srcOrd="0" destOrd="0" presId="urn:microsoft.com/office/officeart/2005/8/layout/orgChart1"/>
    <dgm:cxn modelId="{24FF02A9-1081-AD42-86F2-F0C8A8265A52}" type="presParOf" srcId="{053A067F-E28A-A746-988F-01F11C505BB5}" destId="{F5D3ED6B-FE6A-A84F-BA5E-029B5B2A1CF8}" srcOrd="1" destOrd="0" presId="urn:microsoft.com/office/officeart/2005/8/layout/orgChart1"/>
    <dgm:cxn modelId="{0B35F2CD-4653-4342-A031-4B1D67810658}" type="presParOf" srcId="{40E6DF93-309E-D54A-A4EA-6B5239B45432}" destId="{03AAAA16-2E3E-BA4B-BD5B-B67CF8A16F2A}" srcOrd="1" destOrd="0" presId="urn:microsoft.com/office/officeart/2005/8/layout/orgChart1"/>
    <dgm:cxn modelId="{F35DD048-57B9-A042-A37B-1F37A316B56D}" type="presParOf" srcId="{03AAAA16-2E3E-BA4B-BD5B-B67CF8A16F2A}" destId="{CFC86CE6-AACD-5645-A6BB-917ADD63444A}" srcOrd="0" destOrd="0" presId="urn:microsoft.com/office/officeart/2005/8/layout/orgChart1"/>
    <dgm:cxn modelId="{0206F799-AA0B-EA49-B3EB-A6C7A8649F76}" type="presParOf" srcId="{03AAAA16-2E3E-BA4B-BD5B-B67CF8A16F2A}" destId="{8396C8C3-57EE-E348-9B19-E7CA78AEBF67}" srcOrd="1" destOrd="0" presId="urn:microsoft.com/office/officeart/2005/8/layout/orgChart1"/>
    <dgm:cxn modelId="{9D98F308-81C7-A345-A739-9260370EAE6C}" type="presParOf" srcId="{8396C8C3-57EE-E348-9B19-E7CA78AEBF67}" destId="{0FF25C60-D628-364A-A4C6-4FCF5707CAB9}" srcOrd="0" destOrd="0" presId="urn:microsoft.com/office/officeart/2005/8/layout/orgChart1"/>
    <dgm:cxn modelId="{48A05E5B-436F-1146-95F1-EBDFDB9DCF61}" type="presParOf" srcId="{0FF25C60-D628-364A-A4C6-4FCF5707CAB9}" destId="{087DE2F9-2A04-ED41-B260-B7B2CB1F122E}" srcOrd="0" destOrd="0" presId="urn:microsoft.com/office/officeart/2005/8/layout/orgChart1"/>
    <dgm:cxn modelId="{17880D12-AE53-DC42-AADC-7EE4BD3D00C9}" type="presParOf" srcId="{0FF25C60-D628-364A-A4C6-4FCF5707CAB9}" destId="{59B74B86-7133-1844-99A4-A6AE9212C083}" srcOrd="1" destOrd="0" presId="urn:microsoft.com/office/officeart/2005/8/layout/orgChart1"/>
    <dgm:cxn modelId="{64BFF380-A0F8-8E4E-B6C8-13D30705EE20}" type="presParOf" srcId="{8396C8C3-57EE-E348-9B19-E7CA78AEBF67}" destId="{730F9A7A-B256-6D45-BD92-0C7C1AE66E5B}" srcOrd="1" destOrd="0" presId="urn:microsoft.com/office/officeart/2005/8/layout/orgChart1"/>
    <dgm:cxn modelId="{7322153A-F7E9-1746-A9BE-ACCD5A5584CF}" type="presParOf" srcId="{8396C8C3-57EE-E348-9B19-E7CA78AEBF67}" destId="{BE670A58-E583-8044-8AC5-2BA78670E5EF}" srcOrd="2" destOrd="0" presId="urn:microsoft.com/office/officeart/2005/8/layout/orgChart1"/>
    <dgm:cxn modelId="{DA76DB84-5CA6-D64F-A796-B97E2C8B164D}" type="presParOf" srcId="{03AAAA16-2E3E-BA4B-BD5B-B67CF8A16F2A}" destId="{02828AE0-3883-3247-98ED-45B450CD9C3C}" srcOrd="2" destOrd="0" presId="urn:microsoft.com/office/officeart/2005/8/layout/orgChart1"/>
    <dgm:cxn modelId="{F77761D2-FACC-A44A-B09E-71FBDFC548F2}" type="presParOf" srcId="{03AAAA16-2E3E-BA4B-BD5B-B67CF8A16F2A}" destId="{88D47BE0-9FC6-3B47-9EFA-21EEDEC34609}" srcOrd="3" destOrd="0" presId="urn:microsoft.com/office/officeart/2005/8/layout/orgChart1"/>
    <dgm:cxn modelId="{B45044AF-74A8-7541-9FB2-8AD562301AA8}" type="presParOf" srcId="{88D47BE0-9FC6-3B47-9EFA-21EEDEC34609}" destId="{BF7DB8CB-73B0-B544-BD12-2E32797DBED0}" srcOrd="0" destOrd="0" presId="urn:microsoft.com/office/officeart/2005/8/layout/orgChart1"/>
    <dgm:cxn modelId="{6EF0FCE7-6DE3-7544-8893-FE7D85D9B9EE}" type="presParOf" srcId="{BF7DB8CB-73B0-B544-BD12-2E32797DBED0}" destId="{6F79DB36-34D7-9242-9F91-AE3F4DE7060E}" srcOrd="0" destOrd="0" presId="urn:microsoft.com/office/officeart/2005/8/layout/orgChart1"/>
    <dgm:cxn modelId="{37CAD8DD-60DA-954B-A592-8DA90C6133CE}" type="presParOf" srcId="{BF7DB8CB-73B0-B544-BD12-2E32797DBED0}" destId="{BA66C627-962F-0E47-BE4D-4F359213A80D}" srcOrd="1" destOrd="0" presId="urn:microsoft.com/office/officeart/2005/8/layout/orgChart1"/>
    <dgm:cxn modelId="{9AECBCF6-2B23-3E42-8590-F07B84AB4702}" type="presParOf" srcId="{88D47BE0-9FC6-3B47-9EFA-21EEDEC34609}" destId="{2E9BE8CC-A755-5347-8E3B-A5A0C737A4B9}" srcOrd="1" destOrd="0" presId="urn:microsoft.com/office/officeart/2005/8/layout/orgChart1"/>
    <dgm:cxn modelId="{A2C97AA5-73B9-944D-BC0B-AF5E3F702BCE}" type="presParOf" srcId="{88D47BE0-9FC6-3B47-9EFA-21EEDEC34609}" destId="{0274308A-4B62-D447-9307-5FD550A053C2}" srcOrd="2" destOrd="0" presId="urn:microsoft.com/office/officeart/2005/8/layout/orgChart1"/>
    <dgm:cxn modelId="{4CDCA4BE-9199-B847-B106-4281EC289903}" type="presParOf" srcId="{03AAAA16-2E3E-BA4B-BD5B-B67CF8A16F2A}" destId="{44263122-1846-454E-A53A-34FE815852C0}" srcOrd="4" destOrd="0" presId="urn:microsoft.com/office/officeart/2005/8/layout/orgChart1"/>
    <dgm:cxn modelId="{0FECA06B-8FC5-3C49-961A-93BA81623F96}" type="presParOf" srcId="{03AAAA16-2E3E-BA4B-BD5B-B67CF8A16F2A}" destId="{7EA0E998-0541-B64E-B5F5-A9270C53BC9C}" srcOrd="5" destOrd="0" presId="urn:microsoft.com/office/officeart/2005/8/layout/orgChart1"/>
    <dgm:cxn modelId="{A8D701BA-D629-D14E-A60D-1525BE95BE75}" type="presParOf" srcId="{7EA0E998-0541-B64E-B5F5-A9270C53BC9C}" destId="{35D1A1B7-BF14-9C4C-83E9-C54632CA5726}" srcOrd="0" destOrd="0" presId="urn:microsoft.com/office/officeart/2005/8/layout/orgChart1"/>
    <dgm:cxn modelId="{34BE903C-6A00-AE46-8CB9-06D6AA1E20E9}" type="presParOf" srcId="{35D1A1B7-BF14-9C4C-83E9-C54632CA5726}" destId="{D7B65C47-67B3-0C4A-9683-A134CBB7054E}" srcOrd="0" destOrd="0" presId="urn:microsoft.com/office/officeart/2005/8/layout/orgChart1"/>
    <dgm:cxn modelId="{0197A397-6B77-244B-B08C-CCE3C03483FD}" type="presParOf" srcId="{35D1A1B7-BF14-9C4C-83E9-C54632CA5726}" destId="{933D9751-D6C1-AC41-8515-470FBCC755DD}" srcOrd="1" destOrd="0" presId="urn:microsoft.com/office/officeart/2005/8/layout/orgChart1"/>
    <dgm:cxn modelId="{8D0C13D9-8944-F24C-A427-5EC95B01C152}" type="presParOf" srcId="{7EA0E998-0541-B64E-B5F5-A9270C53BC9C}" destId="{05A4FC3B-38BB-4F41-AAFB-D833C76CA08C}" srcOrd="1" destOrd="0" presId="urn:microsoft.com/office/officeart/2005/8/layout/orgChart1"/>
    <dgm:cxn modelId="{171F35BD-A6B2-914C-8DDA-6489A387CB54}" type="presParOf" srcId="{7EA0E998-0541-B64E-B5F5-A9270C53BC9C}" destId="{7EF6FC7D-AC9A-EC4A-9053-FF637FC7331E}" srcOrd="2" destOrd="0" presId="urn:microsoft.com/office/officeart/2005/8/layout/orgChart1"/>
    <dgm:cxn modelId="{6A2EAE46-0E29-1D44-BD97-0188FA4A13D4}" type="presParOf" srcId="{03AAAA16-2E3E-BA4B-BD5B-B67CF8A16F2A}" destId="{A7E7B779-0F03-8643-8B77-D6750FA8B7B2}" srcOrd="6" destOrd="0" presId="urn:microsoft.com/office/officeart/2005/8/layout/orgChart1"/>
    <dgm:cxn modelId="{E83B5AAF-164B-AC47-8AB6-A79537D521FF}" type="presParOf" srcId="{03AAAA16-2E3E-BA4B-BD5B-B67CF8A16F2A}" destId="{07579888-941C-924F-9814-75866392A259}" srcOrd="7" destOrd="0" presId="urn:microsoft.com/office/officeart/2005/8/layout/orgChart1"/>
    <dgm:cxn modelId="{C66826C0-312F-0644-951A-3B3E8D1769E7}" type="presParOf" srcId="{07579888-941C-924F-9814-75866392A259}" destId="{44CECE2A-1AD2-4E47-BF9B-E867AD99F5EE}" srcOrd="0" destOrd="0" presId="urn:microsoft.com/office/officeart/2005/8/layout/orgChart1"/>
    <dgm:cxn modelId="{51A68871-A0E1-A444-BE3A-1865048750BE}" type="presParOf" srcId="{44CECE2A-1AD2-4E47-BF9B-E867AD99F5EE}" destId="{ADDCA940-942A-BA4D-9B50-949EB1807042}" srcOrd="0" destOrd="0" presId="urn:microsoft.com/office/officeart/2005/8/layout/orgChart1"/>
    <dgm:cxn modelId="{8B597135-71F7-8F45-ACA5-E5E4C9797268}" type="presParOf" srcId="{44CECE2A-1AD2-4E47-BF9B-E867AD99F5EE}" destId="{FDF75ADA-F3CA-DD41-A470-475CA6849A52}" srcOrd="1" destOrd="0" presId="urn:microsoft.com/office/officeart/2005/8/layout/orgChart1"/>
    <dgm:cxn modelId="{F111B22C-B468-9541-A41A-CE02F37CFE87}" type="presParOf" srcId="{07579888-941C-924F-9814-75866392A259}" destId="{2282E93A-3323-544B-B70B-752346C12C34}" srcOrd="1" destOrd="0" presId="urn:microsoft.com/office/officeart/2005/8/layout/orgChart1"/>
    <dgm:cxn modelId="{A439AB8D-82B2-B84F-9DC2-33E21322AD57}" type="presParOf" srcId="{07579888-941C-924F-9814-75866392A259}" destId="{A66EC4D6-6BE2-1F43-851B-6F4274E0B008}" srcOrd="2" destOrd="0" presId="urn:microsoft.com/office/officeart/2005/8/layout/orgChart1"/>
    <dgm:cxn modelId="{6F39431B-3C5F-E644-884F-42F0DD71DA59}" type="presParOf" srcId="{03AAAA16-2E3E-BA4B-BD5B-B67CF8A16F2A}" destId="{B9113A5F-70EF-C34F-970E-11EA8DE2F94B}" srcOrd="8" destOrd="0" presId="urn:microsoft.com/office/officeart/2005/8/layout/orgChart1"/>
    <dgm:cxn modelId="{97F27637-D95C-9A4E-80D0-4D79ED99ABAA}" type="presParOf" srcId="{03AAAA16-2E3E-BA4B-BD5B-B67CF8A16F2A}" destId="{A5595A6B-C038-2C45-9874-C247A5B53D68}" srcOrd="9" destOrd="0" presId="urn:microsoft.com/office/officeart/2005/8/layout/orgChart1"/>
    <dgm:cxn modelId="{9A809D32-D207-294E-AE6B-BB1A785F6D55}" type="presParOf" srcId="{A5595A6B-C038-2C45-9874-C247A5B53D68}" destId="{A443C8EB-EC10-A64A-8E1F-99FE8450F250}" srcOrd="0" destOrd="0" presId="urn:microsoft.com/office/officeart/2005/8/layout/orgChart1"/>
    <dgm:cxn modelId="{0F10C08C-88D9-8141-9E24-B546853DEED2}" type="presParOf" srcId="{A443C8EB-EC10-A64A-8E1F-99FE8450F250}" destId="{0172073F-9004-0A4E-A46B-CA59CDF3B3BA}" srcOrd="0" destOrd="0" presId="urn:microsoft.com/office/officeart/2005/8/layout/orgChart1"/>
    <dgm:cxn modelId="{F9A76373-BDE6-AC46-A9B0-7C3CFAD3100B}" type="presParOf" srcId="{A443C8EB-EC10-A64A-8E1F-99FE8450F250}" destId="{D62D86D6-036A-FA4A-82D5-7852E56ED898}" srcOrd="1" destOrd="0" presId="urn:microsoft.com/office/officeart/2005/8/layout/orgChart1"/>
    <dgm:cxn modelId="{CBACAE95-7193-C04A-B048-D4049B15C2F5}" type="presParOf" srcId="{A5595A6B-C038-2C45-9874-C247A5B53D68}" destId="{8EF7C7E6-F0F8-D848-836A-A26DBC080D14}" srcOrd="1" destOrd="0" presId="urn:microsoft.com/office/officeart/2005/8/layout/orgChart1"/>
    <dgm:cxn modelId="{77B6E785-C87B-C540-89EB-9BBC414B338F}" type="presParOf" srcId="{A5595A6B-C038-2C45-9874-C247A5B53D68}" destId="{D847CB77-E420-2B4F-A5D8-A16A9FA5A7E3}" srcOrd="2" destOrd="0" presId="urn:microsoft.com/office/officeart/2005/8/layout/orgChart1"/>
    <dgm:cxn modelId="{6BBD762F-0BB3-C54E-8984-76AA93CB1701}" type="presParOf" srcId="{03AAAA16-2E3E-BA4B-BD5B-B67CF8A16F2A}" destId="{18474550-FFF8-8C4D-A0D8-ECD9B49B5CC1}" srcOrd="10" destOrd="0" presId="urn:microsoft.com/office/officeart/2005/8/layout/orgChart1"/>
    <dgm:cxn modelId="{8EFEFEA2-4957-C946-8AFE-2DE877B6FD34}" type="presParOf" srcId="{03AAAA16-2E3E-BA4B-BD5B-B67CF8A16F2A}" destId="{34270A0F-48EC-8C4C-AA76-F77C8C17FCB8}" srcOrd="11" destOrd="0" presId="urn:microsoft.com/office/officeart/2005/8/layout/orgChart1"/>
    <dgm:cxn modelId="{1F6EA09C-02FA-E545-8A1C-2C54C1E29735}" type="presParOf" srcId="{34270A0F-48EC-8C4C-AA76-F77C8C17FCB8}" destId="{F41245AF-1019-6A43-9676-5C874A2E280A}" srcOrd="0" destOrd="0" presId="urn:microsoft.com/office/officeart/2005/8/layout/orgChart1"/>
    <dgm:cxn modelId="{5878888F-E1D7-FB49-BA6C-D1F09660C781}" type="presParOf" srcId="{F41245AF-1019-6A43-9676-5C874A2E280A}" destId="{A700FD91-090C-774D-BE3C-2229A09C199B}" srcOrd="0" destOrd="0" presId="urn:microsoft.com/office/officeart/2005/8/layout/orgChart1"/>
    <dgm:cxn modelId="{8B14260A-025C-4D41-A0F5-1A903D27F6EE}" type="presParOf" srcId="{F41245AF-1019-6A43-9676-5C874A2E280A}" destId="{1A4E91C4-7F8A-5643-831C-C058DFA57501}" srcOrd="1" destOrd="0" presId="urn:microsoft.com/office/officeart/2005/8/layout/orgChart1"/>
    <dgm:cxn modelId="{13C1A80E-DDD2-DF41-9B4B-403A8D190057}" type="presParOf" srcId="{34270A0F-48EC-8C4C-AA76-F77C8C17FCB8}" destId="{C944F22E-AD05-4543-9866-27FC18171772}" srcOrd="1" destOrd="0" presId="urn:microsoft.com/office/officeart/2005/8/layout/orgChart1"/>
    <dgm:cxn modelId="{CDD369E5-4F09-024E-B476-635E1A2D9C7D}" type="presParOf" srcId="{34270A0F-48EC-8C4C-AA76-F77C8C17FCB8}" destId="{467295A1-2E63-944A-97BE-2B1ECDFBE9C0}" srcOrd="2" destOrd="0" presId="urn:microsoft.com/office/officeart/2005/8/layout/orgChart1"/>
    <dgm:cxn modelId="{2B401A46-4DB3-B640-A447-1FDB23BDA0B0}" type="presParOf" srcId="{03AAAA16-2E3E-BA4B-BD5B-B67CF8A16F2A}" destId="{8D702E2A-3FEE-7749-AD14-8575444AD77C}" srcOrd="12" destOrd="0" presId="urn:microsoft.com/office/officeart/2005/8/layout/orgChart1"/>
    <dgm:cxn modelId="{6A242B56-2990-E841-9115-878AE78EFE83}" type="presParOf" srcId="{03AAAA16-2E3E-BA4B-BD5B-B67CF8A16F2A}" destId="{2775800E-A871-8846-84A5-7166C8D355C4}" srcOrd="13" destOrd="0" presId="urn:microsoft.com/office/officeart/2005/8/layout/orgChart1"/>
    <dgm:cxn modelId="{555F61C7-1808-1D45-AACA-AE17A859C183}" type="presParOf" srcId="{2775800E-A871-8846-84A5-7166C8D355C4}" destId="{32CBDBCF-4402-964B-A688-F77A3F32F9BE}" srcOrd="0" destOrd="0" presId="urn:microsoft.com/office/officeart/2005/8/layout/orgChart1"/>
    <dgm:cxn modelId="{CEFDEA56-F6CE-294D-A930-26B44CEFEC8E}" type="presParOf" srcId="{32CBDBCF-4402-964B-A688-F77A3F32F9BE}" destId="{F49CD44F-1016-444C-8987-B1056767E223}" srcOrd="0" destOrd="0" presId="urn:microsoft.com/office/officeart/2005/8/layout/orgChart1"/>
    <dgm:cxn modelId="{597ED6D8-4937-ED47-B751-A01BF71FDE14}" type="presParOf" srcId="{32CBDBCF-4402-964B-A688-F77A3F32F9BE}" destId="{7C6114FA-7FE5-CE41-9464-FC7F52D3D94B}" srcOrd="1" destOrd="0" presId="urn:microsoft.com/office/officeart/2005/8/layout/orgChart1"/>
    <dgm:cxn modelId="{2C313974-EBDE-BB46-9B98-C33D0D645920}" type="presParOf" srcId="{2775800E-A871-8846-84A5-7166C8D355C4}" destId="{F18B8E9C-A8F5-2445-86C3-FBB1EA22AAED}" srcOrd="1" destOrd="0" presId="urn:microsoft.com/office/officeart/2005/8/layout/orgChart1"/>
    <dgm:cxn modelId="{F7153CA0-5203-9043-B9DD-7DD133F811A3}" type="presParOf" srcId="{2775800E-A871-8846-84A5-7166C8D355C4}" destId="{8B068027-D8B8-3848-A902-2F8CBDC3A4DD}" srcOrd="2" destOrd="0" presId="urn:microsoft.com/office/officeart/2005/8/layout/orgChart1"/>
    <dgm:cxn modelId="{691DBEEC-3328-B34D-AD0E-BF27D83FCEAE}" type="presParOf" srcId="{03AAAA16-2E3E-BA4B-BD5B-B67CF8A16F2A}" destId="{EAE337F8-5720-B041-9D3B-7EEB65C898C6}" srcOrd="14" destOrd="0" presId="urn:microsoft.com/office/officeart/2005/8/layout/orgChart1"/>
    <dgm:cxn modelId="{117AC6CD-635C-5347-B4C7-6EC35D31E631}" type="presParOf" srcId="{03AAAA16-2E3E-BA4B-BD5B-B67CF8A16F2A}" destId="{59B3895D-6CF4-0145-A4B3-D11B530402FF}" srcOrd="15" destOrd="0" presId="urn:microsoft.com/office/officeart/2005/8/layout/orgChart1"/>
    <dgm:cxn modelId="{B4776AD9-F1B3-7E4E-80EC-FD27FFCACF87}" type="presParOf" srcId="{59B3895D-6CF4-0145-A4B3-D11B530402FF}" destId="{D40FBD52-FA8B-354D-8171-EEF6E77B9126}" srcOrd="0" destOrd="0" presId="urn:microsoft.com/office/officeart/2005/8/layout/orgChart1"/>
    <dgm:cxn modelId="{F58B789C-B443-AE40-B582-BF99A3811BC0}" type="presParOf" srcId="{D40FBD52-FA8B-354D-8171-EEF6E77B9126}" destId="{25AFE104-E78A-F246-B612-8EB9BCB0BE70}" srcOrd="0" destOrd="0" presId="urn:microsoft.com/office/officeart/2005/8/layout/orgChart1"/>
    <dgm:cxn modelId="{2B3F3A44-5B21-C04B-9DD8-8213E8DB7FC6}" type="presParOf" srcId="{D40FBD52-FA8B-354D-8171-EEF6E77B9126}" destId="{B0D95D0B-36EF-0749-A759-070EEDA7DC09}" srcOrd="1" destOrd="0" presId="urn:microsoft.com/office/officeart/2005/8/layout/orgChart1"/>
    <dgm:cxn modelId="{1A0F5BDB-0A5A-1D4E-9ED3-CF9F567BDF4C}" type="presParOf" srcId="{59B3895D-6CF4-0145-A4B3-D11B530402FF}" destId="{7BBC742B-2D7C-8E44-956E-C682BD85B8F2}" srcOrd="1" destOrd="0" presId="urn:microsoft.com/office/officeart/2005/8/layout/orgChart1"/>
    <dgm:cxn modelId="{8C967CCD-516A-8841-BF28-871A6BD3EBDC}" type="presParOf" srcId="{59B3895D-6CF4-0145-A4B3-D11B530402FF}" destId="{17033EB4-8253-3E45-9EC9-0DA72F437972}" srcOrd="2" destOrd="0" presId="urn:microsoft.com/office/officeart/2005/8/layout/orgChart1"/>
    <dgm:cxn modelId="{AC482C28-D4AA-1143-BF88-2B842273781F}" type="presParOf" srcId="{03AAAA16-2E3E-BA4B-BD5B-B67CF8A16F2A}" destId="{2310A339-7B1F-1C44-8D17-F92085948CCC}" srcOrd="16" destOrd="0" presId="urn:microsoft.com/office/officeart/2005/8/layout/orgChart1"/>
    <dgm:cxn modelId="{EF9CAE0B-3B5B-D847-A41B-F5228CB362F4}" type="presParOf" srcId="{03AAAA16-2E3E-BA4B-BD5B-B67CF8A16F2A}" destId="{60D95B29-40B3-8345-A4F1-070D8653A408}" srcOrd="17" destOrd="0" presId="urn:microsoft.com/office/officeart/2005/8/layout/orgChart1"/>
    <dgm:cxn modelId="{F35F4771-5CF9-E343-BD0D-80A73951BC69}" type="presParOf" srcId="{60D95B29-40B3-8345-A4F1-070D8653A408}" destId="{E3BF6F0A-5E80-6C45-ABA3-EC53B5BF5D99}" srcOrd="0" destOrd="0" presId="urn:microsoft.com/office/officeart/2005/8/layout/orgChart1"/>
    <dgm:cxn modelId="{7C8AE51A-860D-3E41-9D2E-9DF410A80689}" type="presParOf" srcId="{E3BF6F0A-5E80-6C45-ABA3-EC53B5BF5D99}" destId="{8C17CB76-B762-6644-B1AE-FDCAF1337D90}" srcOrd="0" destOrd="0" presId="urn:microsoft.com/office/officeart/2005/8/layout/orgChart1"/>
    <dgm:cxn modelId="{B458C317-499D-DD4F-9B01-0DB5CE27413E}" type="presParOf" srcId="{E3BF6F0A-5E80-6C45-ABA3-EC53B5BF5D99}" destId="{25FDC32F-9FB2-784D-BB7B-C46533BC8DE4}" srcOrd="1" destOrd="0" presId="urn:microsoft.com/office/officeart/2005/8/layout/orgChart1"/>
    <dgm:cxn modelId="{47F315A7-B934-D445-814F-FE8053030396}" type="presParOf" srcId="{60D95B29-40B3-8345-A4F1-070D8653A408}" destId="{654889E4-F148-B243-B0D6-D62F8C7F4ED0}" srcOrd="1" destOrd="0" presId="urn:microsoft.com/office/officeart/2005/8/layout/orgChart1"/>
    <dgm:cxn modelId="{1F638332-CF66-FD49-943B-22A793B8B361}" type="presParOf" srcId="{60D95B29-40B3-8345-A4F1-070D8653A408}" destId="{D79D48BB-9C11-3640-BF14-7D16FF4C0A0D}" srcOrd="2" destOrd="0" presId="urn:microsoft.com/office/officeart/2005/8/layout/orgChart1"/>
    <dgm:cxn modelId="{F796717B-E6D1-6046-9267-AE22460AAC5F}" type="presParOf" srcId="{40E6DF93-309E-D54A-A4EA-6B5239B45432}" destId="{2F54BE98-2A60-2149-9E07-958D86667D4F}" srcOrd="2" destOrd="0" presId="urn:microsoft.com/office/officeart/2005/8/layout/orgChart1"/>
    <dgm:cxn modelId="{BC9399DA-019B-D54C-945E-5BAD3F43A1D8}" type="presParOf" srcId="{06875C6E-5553-7345-B1FF-028CD4B2175D}" destId="{608579D4-2766-8144-B787-A41374E35863}" srcOrd="4" destOrd="0" presId="urn:microsoft.com/office/officeart/2005/8/layout/orgChart1"/>
    <dgm:cxn modelId="{886D1946-B988-D84F-BB4D-23E54F0E7830}" type="presParOf" srcId="{06875C6E-5553-7345-B1FF-028CD4B2175D}" destId="{C8A6E5C4-9C85-4A47-A90E-4CF464557215}" srcOrd="5" destOrd="0" presId="urn:microsoft.com/office/officeart/2005/8/layout/orgChart1"/>
    <dgm:cxn modelId="{41A10565-8067-CA41-88D8-0DB18C80E147}" type="presParOf" srcId="{C8A6E5C4-9C85-4A47-A90E-4CF464557215}" destId="{E9B72EEB-5613-5543-9CDD-F82498B3AF42}" srcOrd="0" destOrd="0" presId="urn:microsoft.com/office/officeart/2005/8/layout/orgChart1"/>
    <dgm:cxn modelId="{17E33138-1675-3C4F-A349-01232C8E3A9A}" type="presParOf" srcId="{E9B72EEB-5613-5543-9CDD-F82498B3AF42}" destId="{1AB0BBAD-A328-F843-8E2E-28E4712E6D2A}" srcOrd="0" destOrd="0" presId="urn:microsoft.com/office/officeart/2005/8/layout/orgChart1"/>
    <dgm:cxn modelId="{6586CB4F-8E76-F442-8E5B-E194770111EA}" type="presParOf" srcId="{E9B72EEB-5613-5543-9CDD-F82498B3AF42}" destId="{C2D99175-C278-584C-9077-5978C876ADD8}" srcOrd="1" destOrd="0" presId="urn:microsoft.com/office/officeart/2005/8/layout/orgChart1"/>
    <dgm:cxn modelId="{6FE3705A-46E6-4B44-A1F2-B6562F177023}" type="presParOf" srcId="{C8A6E5C4-9C85-4A47-A90E-4CF464557215}" destId="{1F89FE3A-CFC9-F64E-8196-1CE23F895989}" srcOrd="1" destOrd="0" presId="urn:microsoft.com/office/officeart/2005/8/layout/orgChart1"/>
    <dgm:cxn modelId="{2311C9AE-F9A9-A04E-A04F-DA4E96004C1F}" type="presParOf" srcId="{1F89FE3A-CFC9-F64E-8196-1CE23F895989}" destId="{7807116B-BF38-3E45-B63C-0CB6047BC8CE}" srcOrd="0" destOrd="0" presId="urn:microsoft.com/office/officeart/2005/8/layout/orgChart1"/>
    <dgm:cxn modelId="{C85507C0-D589-E645-81FE-577F99AA2C3F}" type="presParOf" srcId="{1F89FE3A-CFC9-F64E-8196-1CE23F895989}" destId="{7C42F69B-1C9E-EC4E-837F-704F30D7BDA9}" srcOrd="1" destOrd="0" presId="urn:microsoft.com/office/officeart/2005/8/layout/orgChart1"/>
    <dgm:cxn modelId="{A84E2FBC-CF7C-9845-B709-CD143CE58AB2}" type="presParOf" srcId="{7C42F69B-1C9E-EC4E-837F-704F30D7BDA9}" destId="{256F4D92-2AEE-9E40-A637-40AADE7B800D}" srcOrd="0" destOrd="0" presId="urn:microsoft.com/office/officeart/2005/8/layout/orgChart1"/>
    <dgm:cxn modelId="{2384DEA3-A401-274E-84C0-22D6EF07B60A}" type="presParOf" srcId="{256F4D92-2AEE-9E40-A637-40AADE7B800D}" destId="{C7B7DFD4-857C-1440-B10D-2C5DACA47FD6}" srcOrd="0" destOrd="0" presId="urn:microsoft.com/office/officeart/2005/8/layout/orgChart1"/>
    <dgm:cxn modelId="{C2D43190-3717-B24F-9674-1E92176CB8AC}" type="presParOf" srcId="{256F4D92-2AEE-9E40-A637-40AADE7B800D}" destId="{99CCD27E-1E5B-8242-8077-95DC29F7ED6A}" srcOrd="1" destOrd="0" presId="urn:microsoft.com/office/officeart/2005/8/layout/orgChart1"/>
    <dgm:cxn modelId="{7DE62DF8-067A-5D4E-ADBE-770E230348CC}" type="presParOf" srcId="{7C42F69B-1C9E-EC4E-837F-704F30D7BDA9}" destId="{4DF6BAA6-0E0A-F840-964A-D1B26E8BE51B}" srcOrd="1" destOrd="0" presId="urn:microsoft.com/office/officeart/2005/8/layout/orgChart1"/>
    <dgm:cxn modelId="{DEA190DD-4162-314E-86F4-2225C1A435AE}" type="presParOf" srcId="{4DF6BAA6-0E0A-F840-964A-D1B26E8BE51B}" destId="{C74993F7-AB20-EB4E-B6DD-C0C281F42651}" srcOrd="0" destOrd="0" presId="urn:microsoft.com/office/officeart/2005/8/layout/orgChart1"/>
    <dgm:cxn modelId="{5864CE0B-C8BA-E24C-BD1E-A6F25BDC0409}" type="presParOf" srcId="{4DF6BAA6-0E0A-F840-964A-D1B26E8BE51B}" destId="{932D3FAC-907F-E842-8C34-40DDD511B3AA}" srcOrd="1" destOrd="0" presId="urn:microsoft.com/office/officeart/2005/8/layout/orgChart1"/>
    <dgm:cxn modelId="{49DBC5ED-14E2-DD43-ACCD-134323A79EE1}" type="presParOf" srcId="{932D3FAC-907F-E842-8C34-40DDD511B3AA}" destId="{E48D4078-DCD5-A745-9EA8-06B07A66E361}" srcOrd="0" destOrd="0" presId="urn:microsoft.com/office/officeart/2005/8/layout/orgChart1"/>
    <dgm:cxn modelId="{B42FE996-718D-444C-B636-A3D6A46B7705}" type="presParOf" srcId="{E48D4078-DCD5-A745-9EA8-06B07A66E361}" destId="{62DDA8D9-7A5E-E743-BD27-F44DF0E6396F}" srcOrd="0" destOrd="0" presId="urn:microsoft.com/office/officeart/2005/8/layout/orgChart1"/>
    <dgm:cxn modelId="{F6B168AD-5E91-7E4B-9113-744ABA789F69}" type="presParOf" srcId="{E48D4078-DCD5-A745-9EA8-06B07A66E361}" destId="{8463C5FC-6DBD-F04F-A00C-78C7593C8F2A}" srcOrd="1" destOrd="0" presId="urn:microsoft.com/office/officeart/2005/8/layout/orgChart1"/>
    <dgm:cxn modelId="{4CE36CB6-F273-1D44-BB0F-F77D7CB05747}" type="presParOf" srcId="{932D3FAC-907F-E842-8C34-40DDD511B3AA}" destId="{636C8166-8934-D74C-AFF5-E6A7E24223FC}" srcOrd="1" destOrd="0" presId="urn:microsoft.com/office/officeart/2005/8/layout/orgChart1"/>
    <dgm:cxn modelId="{C5968682-76F4-4745-963A-B544D68F65EF}" type="presParOf" srcId="{932D3FAC-907F-E842-8C34-40DDD511B3AA}" destId="{CF763FBD-B045-A34B-ABC8-DD6CBEF99C17}" srcOrd="2" destOrd="0" presId="urn:microsoft.com/office/officeart/2005/8/layout/orgChart1"/>
    <dgm:cxn modelId="{C69BF295-B2D0-AD45-A182-EF7023D98A6C}" type="presParOf" srcId="{4DF6BAA6-0E0A-F840-964A-D1B26E8BE51B}" destId="{678915C4-1798-EF43-810A-5FA56FE7B87F}" srcOrd="2" destOrd="0" presId="urn:microsoft.com/office/officeart/2005/8/layout/orgChart1"/>
    <dgm:cxn modelId="{EB07970F-944F-5A4A-866C-D0902BE7B928}" type="presParOf" srcId="{4DF6BAA6-0E0A-F840-964A-D1B26E8BE51B}" destId="{1914C463-6046-924B-A25C-76E2647D7CAD}" srcOrd="3" destOrd="0" presId="urn:microsoft.com/office/officeart/2005/8/layout/orgChart1"/>
    <dgm:cxn modelId="{68233256-C914-8C4C-A3EA-053E95D20B50}" type="presParOf" srcId="{1914C463-6046-924B-A25C-76E2647D7CAD}" destId="{44234371-0CEF-F941-A8EE-1AB0D0F854D2}" srcOrd="0" destOrd="0" presId="urn:microsoft.com/office/officeart/2005/8/layout/orgChart1"/>
    <dgm:cxn modelId="{9518D192-866A-404A-A382-D66579B8E372}" type="presParOf" srcId="{44234371-0CEF-F941-A8EE-1AB0D0F854D2}" destId="{4A0E7215-0682-9242-8420-A779635EFBB7}" srcOrd="0" destOrd="0" presId="urn:microsoft.com/office/officeart/2005/8/layout/orgChart1"/>
    <dgm:cxn modelId="{85DF0691-F9A4-5E41-91E7-D8E7341A0E26}" type="presParOf" srcId="{44234371-0CEF-F941-A8EE-1AB0D0F854D2}" destId="{E0799690-A2C4-BA4C-BB82-EE8438C31ECD}" srcOrd="1" destOrd="0" presId="urn:microsoft.com/office/officeart/2005/8/layout/orgChart1"/>
    <dgm:cxn modelId="{E2DA88B3-C02A-F54A-998B-2C96B81BD771}" type="presParOf" srcId="{1914C463-6046-924B-A25C-76E2647D7CAD}" destId="{EA9195F0-50DA-3C4F-916B-96A7C743ED2E}" srcOrd="1" destOrd="0" presId="urn:microsoft.com/office/officeart/2005/8/layout/orgChart1"/>
    <dgm:cxn modelId="{044DEB7D-744F-AE48-8345-436C73B0BD3A}" type="presParOf" srcId="{1914C463-6046-924B-A25C-76E2647D7CAD}" destId="{3687385A-7CCE-514A-9A07-C12477A7F879}" srcOrd="2" destOrd="0" presId="urn:microsoft.com/office/officeart/2005/8/layout/orgChart1"/>
    <dgm:cxn modelId="{C1C5CBFE-7B2C-F445-865B-6AFE8E8D4672}" type="presParOf" srcId="{4DF6BAA6-0E0A-F840-964A-D1B26E8BE51B}" destId="{1A41731B-F732-DB42-85A2-3FE05B9D91AC}" srcOrd="4" destOrd="0" presId="urn:microsoft.com/office/officeart/2005/8/layout/orgChart1"/>
    <dgm:cxn modelId="{44ABD022-A7AE-A941-AF7D-F4A2123804A2}" type="presParOf" srcId="{4DF6BAA6-0E0A-F840-964A-D1B26E8BE51B}" destId="{D8D36EDD-AE92-9B4C-A3E6-C2816AB1F531}" srcOrd="5" destOrd="0" presId="urn:microsoft.com/office/officeart/2005/8/layout/orgChart1"/>
    <dgm:cxn modelId="{11211EA8-CF34-8B44-940B-39EB54A63B00}" type="presParOf" srcId="{D8D36EDD-AE92-9B4C-A3E6-C2816AB1F531}" destId="{DAAE9F72-D0F1-8F44-ADAF-5A14E5622694}" srcOrd="0" destOrd="0" presId="urn:microsoft.com/office/officeart/2005/8/layout/orgChart1"/>
    <dgm:cxn modelId="{FDDCB417-D2DF-704D-88AB-09C07B5C2E9F}" type="presParOf" srcId="{DAAE9F72-D0F1-8F44-ADAF-5A14E5622694}" destId="{66EA910A-3117-6F43-966D-6B7326A8102E}" srcOrd="0" destOrd="0" presId="urn:microsoft.com/office/officeart/2005/8/layout/orgChart1"/>
    <dgm:cxn modelId="{7538B552-2A01-AB4A-A477-C7CD9B373DA4}" type="presParOf" srcId="{DAAE9F72-D0F1-8F44-ADAF-5A14E5622694}" destId="{091D5504-9196-ED4B-B88F-7020110EA740}" srcOrd="1" destOrd="0" presId="urn:microsoft.com/office/officeart/2005/8/layout/orgChart1"/>
    <dgm:cxn modelId="{E860C456-BD33-344C-AAC3-4C43AB042D1F}" type="presParOf" srcId="{D8D36EDD-AE92-9B4C-A3E6-C2816AB1F531}" destId="{DBA37F9B-C68A-9C47-BBD5-3465DCBE9DF5}" srcOrd="1" destOrd="0" presId="urn:microsoft.com/office/officeart/2005/8/layout/orgChart1"/>
    <dgm:cxn modelId="{80256330-EA25-2F4B-8248-6AFCB873F86D}" type="presParOf" srcId="{D8D36EDD-AE92-9B4C-A3E6-C2816AB1F531}" destId="{E9571042-CE03-F942-9C55-C34FF10C441B}" srcOrd="2" destOrd="0" presId="urn:microsoft.com/office/officeart/2005/8/layout/orgChart1"/>
    <dgm:cxn modelId="{45274201-2343-744F-ACE8-99EFE6C61925}" type="presParOf" srcId="{4DF6BAA6-0E0A-F840-964A-D1B26E8BE51B}" destId="{1AC83609-6D99-744C-A3BD-85800ED36E62}" srcOrd="6" destOrd="0" presId="urn:microsoft.com/office/officeart/2005/8/layout/orgChart1"/>
    <dgm:cxn modelId="{99DE4D04-BF38-504D-84E7-B1B925534BF2}" type="presParOf" srcId="{4DF6BAA6-0E0A-F840-964A-D1B26E8BE51B}" destId="{9D1A94AB-5AB7-C044-81FE-5DEB6F3CB38A}" srcOrd="7" destOrd="0" presId="urn:microsoft.com/office/officeart/2005/8/layout/orgChart1"/>
    <dgm:cxn modelId="{6BFEC393-0715-5442-94CE-F2B15E531B7B}" type="presParOf" srcId="{9D1A94AB-5AB7-C044-81FE-5DEB6F3CB38A}" destId="{D7E273A1-31D8-7D46-A31D-530426BB8CB1}" srcOrd="0" destOrd="0" presId="urn:microsoft.com/office/officeart/2005/8/layout/orgChart1"/>
    <dgm:cxn modelId="{11261BFC-4FCF-5B43-81C3-5DCCC5208A8F}" type="presParOf" srcId="{D7E273A1-31D8-7D46-A31D-530426BB8CB1}" destId="{C1235C49-A896-DB40-BA1B-4B705EBE82F0}" srcOrd="0" destOrd="0" presId="urn:microsoft.com/office/officeart/2005/8/layout/orgChart1"/>
    <dgm:cxn modelId="{2C39A6D8-F276-BA49-96EC-02D72F4ADD22}" type="presParOf" srcId="{D7E273A1-31D8-7D46-A31D-530426BB8CB1}" destId="{FD464B6B-A926-EE48-B47E-181A9CCC478D}" srcOrd="1" destOrd="0" presId="urn:microsoft.com/office/officeart/2005/8/layout/orgChart1"/>
    <dgm:cxn modelId="{B7452C56-7E6A-3442-953A-6863885362C8}" type="presParOf" srcId="{9D1A94AB-5AB7-C044-81FE-5DEB6F3CB38A}" destId="{8CE4705D-6FBE-494D-871D-CB3FC7BF4954}" srcOrd="1" destOrd="0" presId="urn:microsoft.com/office/officeart/2005/8/layout/orgChart1"/>
    <dgm:cxn modelId="{CD525733-B0FB-C443-9D75-8B32AA781F35}" type="presParOf" srcId="{9D1A94AB-5AB7-C044-81FE-5DEB6F3CB38A}" destId="{FD8347E5-2428-564A-B720-0DA4EBF10F86}" srcOrd="2" destOrd="0" presId="urn:microsoft.com/office/officeart/2005/8/layout/orgChart1"/>
    <dgm:cxn modelId="{E2766F1D-6765-054F-B80E-44B8370365C0}" type="presParOf" srcId="{4DF6BAA6-0E0A-F840-964A-D1B26E8BE51B}" destId="{8BDA97BF-9ACF-974A-BE1A-E4B665FA674C}" srcOrd="8" destOrd="0" presId="urn:microsoft.com/office/officeart/2005/8/layout/orgChart1"/>
    <dgm:cxn modelId="{66F1BF0E-8ABF-3649-9D99-BB55A48AE6C6}" type="presParOf" srcId="{4DF6BAA6-0E0A-F840-964A-D1B26E8BE51B}" destId="{A4FFD829-EFA0-FD40-9E5F-71617C9D5FC3}" srcOrd="9" destOrd="0" presId="urn:microsoft.com/office/officeart/2005/8/layout/orgChart1"/>
    <dgm:cxn modelId="{BF501BCB-5A3C-1D4D-8E4E-4967D5E40802}" type="presParOf" srcId="{A4FFD829-EFA0-FD40-9E5F-71617C9D5FC3}" destId="{CF6D3BF6-62DB-8844-8006-B3B812F22A8F}" srcOrd="0" destOrd="0" presId="urn:microsoft.com/office/officeart/2005/8/layout/orgChart1"/>
    <dgm:cxn modelId="{22D33CF0-AB80-B84D-BF43-63F9E14007F2}" type="presParOf" srcId="{CF6D3BF6-62DB-8844-8006-B3B812F22A8F}" destId="{59E80C7F-FC80-9C44-8D93-F2BEF16615EC}" srcOrd="0" destOrd="0" presId="urn:microsoft.com/office/officeart/2005/8/layout/orgChart1"/>
    <dgm:cxn modelId="{F3FB8B3A-9C1D-2B48-BC51-1EAA550F1058}" type="presParOf" srcId="{CF6D3BF6-62DB-8844-8006-B3B812F22A8F}" destId="{8842DA0B-DCA4-7245-90CF-D7D6A4AA11A6}" srcOrd="1" destOrd="0" presId="urn:microsoft.com/office/officeart/2005/8/layout/orgChart1"/>
    <dgm:cxn modelId="{52EE4BCA-42FA-6E40-A377-EA681C2E1923}" type="presParOf" srcId="{A4FFD829-EFA0-FD40-9E5F-71617C9D5FC3}" destId="{A1AE7A0D-5B37-A940-9AF9-56E28B8A5EB5}" srcOrd="1" destOrd="0" presId="urn:microsoft.com/office/officeart/2005/8/layout/orgChart1"/>
    <dgm:cxn modelId="{5FD105D9-5696-0549-99DF-517C318E225C}" type="presParOf" srcId="{A4FFD829-EFA0-FD40-9E5F-71617C9D5FC3}" destId="{34F083D4-2153-F940-92CC-3CCBBBE6F20C}" srcOrd="2" destOrd="0" presId="urn:microsoft.com/office/officeart/2005/8/layout/orgChart1"/>
    <dgm:cxn modelId="{A12358F2-08DF-C247-BE75-E9A69016AAD4}" type="presParOf" srcId="{4DF6BAA6-0E0A-F840-964A-D1B26E8BE51B}" destId="{931B3B60-D4D7-5F4A-AA5C-C31700B7621C}" srcOrd="10" destOrd="0" presId="urn:microsoft.com/office/officeart/2005/8/layout/orgChart1"/>
    <dgm:cxn modelId="{EBF89ECC-37E2-FE47-8CAD-B66B93D28C7F}" type="presParOf" srcId="{4DF6BAA6-0E0A-F840-964A-D1B26E8BE51B}" destId="{70C605B9-4ACE-1B41-87EC-CDCD007D83D6}" srcOrd="11" destOrd="0" presId="urn:microsoft.com/office/officeart/2005/8/layout/orgChart1"/>
    <dgm:cxn modelId="{E9046AF9-539C-1A4B-BD14-F26325678837}" type="presParOf" srcId="{70C605B9-4ACE-1B41-87EC-CDCD007D83D6}" destId="{7A9F5273-271A-5F4E-96EC-4632B728FFC6}" srcOrd="0" destOrd="0" presId="urn:microsoft.com/office/officeart/2005/8/layout/orgChart1"/>
    <dgm:cxn modelId="{C21E579E-DDCC-ED4F-963B-0E57BB903B1F}" type="presParOf" srcId="{7A9F5273-271A-5F4E-96EC-4632B728FFC6}" destId="{0EDEC2F4-31B6-3843-B15E-C4E505CEB041}" srcOrd="0" destOrd="0" presId="urn:microsoft.com/office/officeart/2005/8/layout/orgChart1"/>
    <dgm:cxn modelId="{D4E4B3C2-45E5-DA48-A0E6-D4C89971818D}" type="presParOf" srcId="{7A9F5273-271A-5F4E-96EC-4632B728FFC6}" destId="{128097D6-0F7B-4D44-89A2-D0EEEEE2EE16}" srcOrd="1" destOrd="0" presId="urn:microsoft.com/office/officeart/2005/8/layout/orgChart1"/>
    <dgm:cxn modelId="{A4690422-11D7-4940-B493-E618865E3C09}" type="presParOf" srcId="{70C605B9-4ACE-1B41-87EC-CDCD007D83D6}" destId="{14FA707B-1D52-354D-B82D-036C54ED2CD3}" srcOrd="1" destOrd="0" presId="urn:microsoft.com/office/officeart/2005/8/layout/orgChart1"/>
    <dgm:cxn modelId="{3DAF93DB-D8B0-674F-AD39-6CAE40732F8F}" type="presParOf" srcId="{70C605B9-4ACE-1B41-87EC-CDCD007D83D6}" destId="{3F4FF7AD-DBC8-F74C-9E35-172D1C5CFD56}" srcOrd="2" destOrd="0" presId="urn:microsoft.com/office/officeart/2005/8/layout/orgChart1"/>
    <dgm:cxn modelId="{10228B41-A0AB-AD4A-8076-A9254A1E16BB}" type="presParOf" srcId="{4DF6BAA6-0E0A-F840-964A-D1B26E8BE51B}" destId="{8123EECD-0D36-824F-8F10-AD4549675204}" srcOrd="12" destOrd="0" presId="urn:microsoft.com/office/officeart/2005/8/layout/orgChart1"/>
    <dgm:cxn modelId="{49CEC5F7-783E-CE47-98A0-4A7EB39C29BF}" type="presParOf" srcId="{4DF6BAA6-0E0A-F840-964A-D1B26E8BE51B}" destId="{1541C86C-6402-1A46-BA11-39C0CEF3D8D2}" srcOrd="13" destOrd="0" presId="urn:microsoft.com/office/officeart/2005/8/layout/orgChart1"/>
    <dgm:cxn modelId="{90875348-C220-B347-AF92-EB78DA4C2F13}" type="presParOf" srcId="{1541C86C-6402-1A46-BA11-39C0CEF3D8D2}" destId="{DBDA49D7-41F5-3244-8ABF-9F5DA475C42E}" srcOrd="0" destOrd="0" presId="urn:microsoft.com/office/officeart/2005/8/layout/orgChart1"/>
    <dgm:cxn modelId="{2FE477F0-C1EF-D944-BB66-4CDB6E7AA29A}" type="presParOf" srcId="{DBDA49D7-41F5-3244-8ABF-9F5DA475C42E}" destId="{BC81C28C-948D-B142-8517-B37FD9D9976D}" srcOrd="0" destOrd="0" presId="urn:microsoft.com/office/officeart/2005/8/layout/orgChart1"/>
    <dgm:cxn modelId="{0056CFB0-F57D-1742-ACEF-C342AD2848C6}" type="presParOf" srcId="{DBDA49D7-41F5-3244-8ABF-9F5DA475C42E}" destId="{3583C22A-EBAD-644F-9316-EFA0F0BDC6F1}" srcOrd="1" destOrd="0" presId="urn:microsoft.com/office/officeart/2005/8/layout/orgChart1"/>
    <dgm:cxn modelId="{A3827082-31D6-0F4C-8E56-81686C6D28A8}" type="presParOf" srcId="{1541C86C-6402-1A46-BA11-39C0CEF3D8D2}" destId="{AF75DF0D-29FC-B343-8AC3-907B5404DB5F}" srcOrd="1" destOrd="0" presId="urn:microsoft.com/office/officeart/2005/8/layout/orgChart1"/>
    <dgm:cxn modelId="{3B1A4176-9053-6645-BF3D-A01A7C3424C4}" type="presParOf" srcId="{1541C86C-6402-1A46-BA11-39C0CEF3D8D2}" destId="{CC43B18B-1BBF-054C-9CA6-FF226AB56DE0}" srcOrd="2" destOrd="0" presId="urn:microsoft.com/office/officeart/2005/8/layout/orgChart1"/>
    <dgm:cxn modelId="{BB72F7EA-BD9C-F842-8DDA-5904D9A2E537}" type="presParOf" srcId="{4DF6BAA6-0E0A-F840-964A-D1B26E8BE51B}" destId="{4642F223-029B-CD44-AB9C-4A63411FDB82}" srcOrd="14" destOrd="0" presId="urn:microsoft.com/office/officeart/2005/8/layout/orgChart1"/>
    <dgm:cxn modelId="{DE6E50EB-49E8-BC4E-AD8D-1FFBC7FA9FBA}" type="presParOf" srcId="{4DF6BAA6-0E0A-F840-964A-D1B26E8BE51B}" destId="{7035B7BD-BFE1-0C42-84F7-EBABFF45101D}" srcOrd="15" destOrd="0" presId="urn:microsoft.com/office/officeart/2005/8/layout/orgChart1"/>
    <dgm:cxn modelId="{FD03D194-1903-964B-903B-93B841241CEE}" type="presParOf" srcId="{7035B7BD-BFE1-0C42-84F7-EBABFF45101D}" destId="{B2B2C09C-4B7F-A747-A816-DAE6A6958A11}" srcOrd="0" destOrd="0" presId="urn:microsoft.com/office/officeart/2005/8/layout/orgChart1"/>
    <dgm:cxn modelId="{27B79B3C-AA9F-354F-AEE4-5E204758CEE9}" type="presParOf" srcId="{B2B2C09C-4B7F-A747-A816-DAE6A6958A11}" destId="{9F67B2CF-649D-044B-B5D9-766BAA477534}" srcOrd="0" destOrd="0" presId="urn:microsoft.com/office/officeart/2005/8/layout/orgChart1"/>
    <dgm:cxn modelId="{D5F2B8B4-6302-A948-BCC8-9EEC38E8FE9D}" type="presParOf" srcId="{B2B2C09C-4B7F-A747-A816-DAE6A6958A11}" destId="{600F9637-FA3F-1142-B645-A5C5CA308608}" srcOrd="1" destOrd="0" presId="urn:microsoft.com/office/officeart/2005/8/layout/orgChart1"/>
    <dgm:cxn modelId="{88E729DD-058A-5445-A387-E2CFA40B3237}" type="presParOf" srcId="{7035B7BD-BFE1-0C42-84F7-EBABFF45101D}" destId="{FE0361D7-3CDC-774F-8FC2-E792D4E6A73D}" srcOrd="1" destOrd="0" presId="urn:microsoft.com/office/officeart/2005/8/layout/orgChart1"/>
    <dgm:cxn modelId="{63D1A0B6-7789-3E49-B0BE-53DC43697164}" type="presParOf" srcId="{7035B7BD-BFE1-0C42-84F7-EBABFF45101D}" destId="{35FEBD01-5201-BC42-885F-C2CB8414F533}" srcOrd="2" destOrd="0" presId="urn:microsoft.com/office/officeart/2005/8/layout/orgChart1"/>
    <dgm:cxn modelId="{BA19F531-2F82-C74A-9A49-4EB613322A94}" type="presParOf" srcId="{7C42F69B-1C9E-EC4E-837F-704F30D7BDA9}" destId="{24D91B73-1308-224B-A4FB-50829712F02F}" srcOrd="2" destOrd="0" presId="urn:microsoft.com/office/officeart/2005/8/layout/orgChart1"/>
    <dgm:cxn modelId="{FE0CDED6-FD61-5049-9C6F-CFAA39CC1C28}" type="presParOf" srcId="{1F89FE3A-CFC9-F64E-8196-1CE23F895989}" destId="{8791A8D9-ADF7-D44C-82D3-35B0F8AD7E08}" srcOrd="2" destOrd="0" presId="urn:microsoft.com/office/officeart/2005/8/layout/orgChart1"/>
    <dgm:cxn modelId="{16F0F08C-53EE-E44C-ACE6-487CBD602E69}" type="presParOf" srcId="{1F89FE3A-CFC9-F64E-8196-1CE23F895989}" destId="{C8170438-1538-BF42-9AA9-8E46319FDC25}" srcOrd="3" destOrd="0" presId="urn:microsoft.com/office/officeart/2005/8/layout/orgChart1"/>
    <dgm:cxn modelId="{C6503F50-CA8B-7143-89BB-91751AAA98C3}" type="presParOf" srcId="{C8170438-1538-BF42-9AA9-8E46319FDC25}" destId="{8AC2E43B-E530-3841-8E6F-AA83AAC11082}" srcOrd="0" destOrd="0" presId="urn:microsoft.com/office/officeart/2005/8/layout/orgChart1"/>
    <dgm:cxn modelId="{C887151A-67B8-BA40-BD57-2993E20A2C5C}" type="presParOf" srcId="{8AC2E43B-E530-3841-8E6F-AA83AAC11082}" destId="{9D031FEB-62AC-7A4E-BDD5-FE53E6CA6C30}" srcOrd="0" destOrd="0" presId="urn:microsoft.com/office/officeart/2005/8/layout/orgChart1"/>
    <dgm:cxn modelId="{88FBBFF0-C3DD-7A4B-B85A-7CC8B1F2456B}" type="presParOf" srcId="{8AC2E43B-E530-3841-8E6F-AA83AAC11082}" destId="{99A6590C-511D-C74B-88EF-65D88620DD1C}" srcOrd="1" destOrd="0" presId="urn:microsoft.com/office/officeart/2005/8/layout/orgChart1"/>
    <dgm:cxn modelId="{499C6381-0F36-7B48-AF75-05CCFA66044D}" type="presParOf" srcId="{C8170438-1538-BF42-9AA9-8E46319FDC25}" destId="{0C127CF3-F7F3-7B41-89E2-603F1922F88C}" srcOrd="1" destOrd="0" presId="urn:microsoft.com/office/officeart/2005/8/layout/orgChart1"/>
    <dgm:cxn modelId="{E753B9E2-8968-504D-BF4A-9AB4FB51D16D}" type="presParOf" srcId="{0C127CF3-F7F3-7B41-89E2-603F1922F88C}" destId="{E04BA296-48CC-7E4E-9D27-46FF5DF7CCC5}" srcOrd="0" destOrd="0" presId="urn:microsoft.com/office/officeart/2005/8/layout/orgChart1"/>
    <dgm:cxn modelId="{97B08BF7-A533-B743-AC06-68354B0DA58E}" type="presParOf" srcId="{0C127CF3-F7F3-7B41-89E2-603F1922F88C}" destId="{DAEF080A-6F71-3043-A1B2-020B1C59DA23}" srcOrd="1" destOrd="0" presId="urn:microsoft.com/office/officeart/2005/8/layout/orgChart1"/>
    <dgm:cxn modelId="{D70DFDA7-22BC-5B4E-B793-4F1ED84FA719}" type="presParOf" srcId="{DAEF080A-6F71-3043-A1B2-020B1C59DA23}" destId="{BBC97DEB-3076-D442-A820-260A977F1E8A}" srcOrd="0" destOrd="0" presId="urn:microsoft.com/office/officeart/2005/8/layout/orgChart1"/>
    <dgm:cxn modelId="{85D509C6-E29E-1444-94CA-049D471C1B7A}" type="presParOf" srcId="{BBC97DEB-3076-D442-A820-260A977F1E8A}" destId="{1C868272-0A38-2C4C-9A93-C005F4EC9FDF}" srcOrd="0" destOrd="0" presId="urn:microsoft.com/office/officeart/2005/8/layout/orgChart1"/>
    <dgm:cxn modelId="{5666F4CF-A3B1-234E-BB73-1BE6A0DB73C7}" type="presParOf" srcId="{BBC97DEB-3076-D442-A820-260A977F1E8A}" destId="{E52EBF4B-FF93-A141-8978-1AF682D19492}" srcOrd="1" destOrd="0" presId="urn:microsoft.com/office/officeart/2005/8/layout/orgChart1"/>
    <dgm:cxn modelId="{8ED63CD5-D475-7241-9835-78F9BC55D16E}" type="presParOf" srcId="{DAEF080A-6F71-3043-A1B2-020B1C59DA23}" destId="{C1F1236A-C06E-A344-97DE-76518B19BC14}" srcOrd="1" destOrd="0" presId="urn:microsoft.com/office/officeart/2005/8/layout/orgChart1"/>
    <dgm:cxn modelId="{263FA9FA-47C4-5744-97EC-FAC2F719078D}" type="presParOf" srcId="{DAEF080A-6F71-3043-A1B2-020B1C59DA23}" destId="{5C72B9CA-2790-BB4C-8399-A13114B1A77C}" srcOrd="2" destOrd="0" presId="urn:microsoft.com/office/officeart/2005/8/layout/orgChart1"/>
    <dgm:cxn modelId="{AE59B2A0-BE67-D842-878C-16E87ED18EEC}" type="presParOf" srcId="{0C127CF3-F7F3-7B41-89E2-603F1922F88C}" destId="{BC4EB6DE-3E94-A940-B2B5-1C3CD39CC0F3}" srcOrd="2" destOrd="0" presId="urn:microsoft.com/office/officeart/2005/8/layout/orgChart1"/>
    <dgm:cxn modelId="{DA1964FF-2CF0-0B44-B4DA-1A3AA2686412}" type="presParOf" srcId="{0C127CF3-F7F3-7B41-89E2-603F1922F88C}" destId="{7EFAD79F-8DDB-EE4B-B811-1009EF29C7DB}" srcOrd="3" destOrd="0" presId="urn:microsoft.com/office/officeart/2005/8/layout/orgChart1"/>
    <dgm:cxn modelId="{F6DEF724-561A-7743-9ABE-25937BB66BEC}" type="presParOf" srcId="{7EFAD79F-8DDB-EE4B-B811-1009EF29C7DB}" destId="{AB8ABA2E-4624-C44A-B01E-92726F6DB2C6}" srcOrd="0" destOrd="0" presId="urn:microsoft.com/office/officeart/2005/8/layout/orgChart1"/>
    <dgm:cxn modelId="{99DA98C3-461D-A545-A68E-C6D8DAD36B4F}" type="presParOf" srcId="{AB8ABA2E-4624-C44A-B01E-92726F6DB2C6}" destId="{AAB70A5A-692D-134D-8D73-4162B1BBC059}" srcOrd="0" destOrd="0" presId="urn:microsoft.com/office/officeart/2005/8/layout/orgChart1"/>
    <dgm:cxn modelId="{1C827011-B118-A443-A78D-D7B6A66773EF}" type="presParOf" srcId="{AB8ABA2E-4624-C44A-B01E-92726F6DB2C6}" destId="{49CD7ACB-12C3-B648-A08D-A3E7D250BD2B}" srcOrd="1" destOrd="0" presId="urn:microsoft.com/office/officeart/2005/8/layout/orgChart1"/>
    <dgm:cxn modelId="{96155BDA-8532-F54E-9675-70B4E05AB937}" type="presParOf" srcId="{7EFAD79F-8DDB-EE4B-B811-1009EF29C7DB}" destId="{7673075A-C815-1947-9EC2-75ED627A0941}" srcOrd="1" destOrd="0" presId="urn:microsoft.com/office/officeart/2005/8/layout/orgChart1"/>
    <dgm:cxn modelId="{6427563E-AAC5-F74D-A66B-0E452730E6D1}" type="presParOf" srcId="{7EFAD79F-8DDB-EE4B-B811-1009EF29C7DB}" destId="{090311DB-0B4B-D14C-9552-EE5054D14BD8}" srcOrd="2" destOrd="0" presId="urn:microsoft.com/office/officeart/2005/8/layout/orgChart1"/>
    <dgm:cxn modelId="{574B2670-A63E-8542-9DBE-D2311958EE3D}" type="presParOf" srcId="{0C127CF3-F7F3-7B41-89E2-603F1922F88C}" destId="{C7373C30-006F-4C4E-9800-DECC5084CF5A}" srcOrd="4" destOrd="0" presId="urn:microsoft.com/office/officeart/2005/8/layout/orgChart1"/>
    <dgm:cxn modelId="{A4F03B2E-A60C-E740-A610-11BB1B32AE55}" type="presParOf" srcId="{0C127CF3-F7F3-7B41-89E2-603F1922F88C}" destId="{31111F52-C3CF-9347-A7D8-60968E0C96FC}" srcOrd="5" destOrd="0" presId="urn:microsoft.com/office/officeart/2005/8/layout/orgChart1"/>
    <dgm:cxn modelId="{2F0C8806-EF8D-304F-9A84-01555C59FCBC}" type="presParOf" srcId="{31111F52-C3CF-9347-A7D8-60968E0C96FC}" destId="{E0C12892-24AE-AB49-8676-93A869D59295}" srcOrd="0" destOrd="0" presId="urn:microsoft.com/office/officeart/2005/8/layout/orgChart1"/>
    <dgm:cxn modelId="{D5C9F24D-F5F2-DB4E-91F4-8CC6A429CB2B}" type="presParOf" srcId="{E0C12892-24AE-AB49-8676-93A869D59295}" destId="{45712AC0-6D61-8244-94C4-2C1E0A9E2B4A}" srcOrd="0" destOrd="0" presId="urn:microsoft.com/office/officeart/2005/8/layout/orgChart1"/>
    <dgm:cxn modelId="{E492A9F9-8AA6-0E4D-A9B3-FBC3BCD720D7}" type="presParOf" srcId="{E0C12892-24AE-AB49-8676-93A869D59295}" destId="{C13B3F4F-CA17-0A47-8F46-754CA42E141B}" srcOrd="1" destOrd="0" presId="urn:microsoft.com/office/officeart/2005/8/layout/orgChart1"/>
    <dgm:cxn modelId="{F7D97352-3829-9D4E-88F3-98BEF4AE25A1}" type="presParOf" srcId="{31111F52-C3CF-9347-A7D8-60968E0C96FC}" destId="{DDB38676-A77D-E842-8D28-AD4D8960FE63}" srcOrd="1" destOrd="0" presId="urn:microsoft.com/office/officeart/2005/8/layout/orgChart1"/>
    <dgm:cxn modelId="{F4318AD6-5240-A947-8486-EDE2E340A801}" type="presParOf" srcId="{31111F52-C3CF-9347-A7D8-60968E0C96FC}" destId="{FC9B8208-99F3-4A46-B74B-071AF6EC268C}" srcOrd="2" destOrd="0" presId="urn:microsoft.com/office/officeart/2005/8/layout/orgChart1"/>
    <dgm:cxn modelId="{7BDAEC1C-4CFE-D540-9C4E-5A849A834E18}" type="presParOf" srcId="{0C127CF3-F7F3-7B41-89E2-603F1922F88C}" destId="{1962A6C8-EF7C-984B-AA1C-13FDB0F99D07}" srcOrd="6" destOrd="0" presId="urn:microsoft.com/office/officeart/2005/8/layout/orgChart1"/>
    <dgm:cxn modelId="{FB15541F-208B-5D4E-9725-FBBD358E8A5E}" type="presParOf" srcId="{0C127CF3-F7F3-7B41-89E2-603F1922F88C}" destId="{CDE60954-CEB5-4F41-8512-6C597088156B}" srcOrd="7" destOrd="0" presId="urn:microsoft.com/office/officeart/2005/8/layout/orgChart1"/>
    <dgm:cxn modelId="{9A4D86BD-6A51-714A-9119-BC1AB0B06066}" type="presParOf" srcId="{CDE60954-CEB5-4F41-8512-6C597088156B}" destId="{AFDAA8EE-E65C-0648-B7B8-E8FB3274F9A1}" srcOrd="0" destOrd="0" presId="urn:microsoft.com/office/officeart/2005/8/layout/orgChart1"/>
    <dgm:cxn modelId="{6EEF1381-480C-F045-8654-265EA863201D}" type="presParOf" srcId="{AFDAA8EE-E65C-0648-B7B8-E8FB3274F9A1}" destId="{78140F15-B747-4346-970B-15354C586E20}" srcOrd="0" destOrd="0" presId="urn:microsoft.com/office/officeart/2005/8/layout/orgChart1"/>
    <dgm:cxn modelId="{91C14905-F97C-2440-B4CC-75CEFDDCD364}" type="presParOf" srcId="{AFDAA8EE-E65C-0648-B7B8-E8FB3274F9A1}" destId="{72B3BBEB-3C13-3F4E-A8B7-78F686DEBD7F}" srcOrd="1" destOrd="0" presId="urn:microsoft.com/office/officeart/2005/8/layout/orgChart1"/>
    <dgm:cxn modelId="{7319AFDB-0A73-5A4C-8E61-A2BA70D397E7}" type="presParOf" srcId="{CDE60954-CEB5-4F41-8512-6C597088156B}" destId="{B4AA68DB-5FBB-064A-A0D4-BA8C3427B496}" srcOrd="1" destOrd="0" presId="urn:microsoft.com/office/officeart/2005/8/layout/orgChart1"/>
    <dgm:cxn modelId="{CB68A831-3954-1641-9407-69BCFCFA9301}" type="presParOf" srcId="{CDE60954-CEB5-4F41-8512-6C597088156B}" destId="{1156BA29-60E3-8D43-A118-4452322ACE21}" srcOrd="2" destOrd="0" presId="urn:microsoft.com/office/officeart/2005/8/layout/orgChart1"/>
    <dgm:cxn modelId="{84DD6105-F5FA-514D-90DD-29A561E49692}" type="presParOf" srcId="{C8170438-1538-BF42-9AA9-8E46319FDC25}" destId="{B169FD4E-58B3-8444-A563-73F6916A123E}" srcOrd="2" destOrd="0" presId="urn:microsoft.com/office/officeart/2005/8/layout/orgChart1"/>
    <dgm:cxn modelId="{77CAFD8F-8206-1943-8FAE-0CB67AB9262E}" type="presParOf" srcId="{C8A6E5C4-9C85-4A47-A90E-4CF464557215}" destId="{70BD44A5-4962-274A-929A-73C06CE3B306}" srcOrd="2" destOrd="0" presId="urn:microsoft.com/office/officeart/2005/8/layout/orgChart1"/>
    <dgm:cxn modelId="{B8934326-3B5F-8042-B2CF-6D2FB434730A}" type="presParOf" srcId="{06875C6E-5553-7345-B1FF-028CD4B2175D}" destId="{19640D62-AE02-1049-8375-EAB18D784CC7}" srcOrd="6" destOrd="0" presId="urn:microsoft.com/office/officeart/2005/8/layout/orgChart1"/>
    <dgm:cxn modelId="{3F53C3BA-FD48-F34D-8027-220A75E41E0B}" type="presParOf" srcId="{06875C6E-5553-7345-B1FF-028CD4B2175D}" destId="{8EA04CAD-B588-2F43-8DA9-F3053C67DF87}" srcOrd="7" destOrd="0" presId="urn:microsoft.com/office/officeart/2005/8/layout/orgChart1"/>
    <dgm:cxn modelId="{0B106888-B445-1249-814D-FB928670DCCF}" type="presParOf" srcId="{8EA04CAD-B588-2F43-8DA9-F3053C67DF87}" destId="{0A8208C7-3B3E-F349-A2D7-57C375D0D0EA}" srcOrd="0" destOrd="0" presId="urn:microsoft.com/office/officeart/2005/8/layout/orgChart1"/>
    <dgm:cxn modelId="{8BD3E91F-0441-1F44-852B-1F86C7FA7163}" type="presParOf" srcId="{0A8208C7-3B3E-F349-A2D7-57C375D0D0EA}" destId="{9926086E-F71E-3448-B989-639006BB7740}" srcOrd="0" destOrd="0" presId="urn:microsoft.com/office/officeart/2005/8/layout/orgChart1"/>
    <dgm:cxn modelId="{26919273-DCA6-DF4C-96F5-571583A7A610}" type="presParOf" srcId="{0A8208C7-3B3E-F349-A2D7-57C375D0D0EA}" destId="{019E52B9-556D-E940-BF5C-2DA8A0C893EB}" srcOrd="1" destOrd="0" presId="urn:microsoft.com/office/officeart/2005/8/layout/orgChart1"/>
    <dgm:cxn modelId="{F49CECE0-5EF5-7047-852D-A7A73629A9FD}" type="presParOf" srcId="{8EA04CAD-B588-2F43-8DA9-F3053C67DF87}" destId="{DCE55FB2-18C7-334A-9CA2-48B037DBFC99}" srcOrd="1" destOrd="0" presId="urn:microsoft.com/office/officeart/2005/8/layout/orgChart1"/>
    <dgm:cxn modelId="{ED22BC06-DAFE-C742-BA54-AE4FA295A9EE}" type="presParOf" srcId="{DCE55FB2-18C7-334A-9CA2-48B037DBFC99}" destId="{5A85BD44-4ADA-074E-B35A-983EDFF7598B}" srcOrd="0" destOrd="0" presId="urn:microsoft.com/office/officeart/2005/8/layout/orgChart1"/>
    <dgm:cxn modelId="{3F7D616C-1FC1-2241-8A60-023BB970BCC1}" type="presParOf" srcId="{DCE55FB2-18C7-334A-9CA2-48B037DBFC99}" destId="{F1E8B6B7-24B6-5C44-8BC2-107C9B99367C}" srcOrd="1" destOrd="0" presId="urn:microsoft.com/office/officeart/2005/8/layout/orgChart1"/>
    <dgm:cxn modelId="{C4416F9D-C0FF-FB44-9855-753C77CCB5B0}" type="presParOf" srcId="{F1E8B6B7-24B6-5C44-8BC2-107C9B99367C}" destId="{F81B2BAB-C3B2-7E44-BC3C-E008BDC96D3E}" srcOrd="0" destOrd="0" presId="urn:microsoft.com/office/officeart/2005/8/layout/orgChart1"/>
    <dgm:cxn modelId="{FDA76250-CD46-0B41-A89A-D9F7672E956F}" type="presParOf" srcId="{F81B2BAB-C3B2-7E44-BC3C-E008BDC96D3E}" destId="{27815E7A-5974-A040-96F0-C4196E63F799}" srcOrd="0" destOrd="0" presId="urn:microsoft.com/office/officeart/2005/8/layout/orgChart1"/>
    <dgm:cxn modelId="{51A130E1-E31D-8040-AC7F-E23100951DFB}" type="presParOf" srcId="{F81B2BAB-C3B2-7E44-BC3C-E008BDC96D3E}" destId="{8FDC6DC2-E733-E341-A3E3-85E7386C7050}" srcOrd="1" destOrd="0" presId="urn:microsoft.com/office/officeart/2005/8/layout/orgChart1"/>
    <dgm:cxn modelId="{5297EB2F-D907-434C-ACB5-FE30527E2B5E}" type="presParOf" srcId="{F1E8B6B7-24B6-5C44-8BC2-107C9B99367C}" destId="{3D5AF19D-F2C9-7B43-8BF9-6F2DAE42C813}" srcOrd="1" destOrd="0" presId="urn:microsoft.com/office/officeart/2005/8/layout/orgChart1"/>
    <dgm:cxn modelId="{BF60AA00-41F7-C248-B591-CB056A02E1C6}" type="presParOf" srcId="{3D5AF19D-F2C9-7B43-8BF9-6F2DAE42C813}" destId="{D9646B81-AAA9-124E-8FC3-E3F9864FB3C3}" srcOrd="0" destOrd="0" presId="urn:microsoft.com/office/officeart/2005/8/layout/orgChart1"/>
    <dgm:cxn modelId="{6DAF2099-018A-5C40-AEE9-C0D6630441E7}" type="presParOf" srcId="{3D5AF19D-F2C9-7B43-8BF9-6F2DAE42C813}" destId="{6B0D63EE-727A-AF40-BC5A-92E83C57F8CC}" srcOrd="1" destOrd="0" presId="urn:microsoft.com/office/officeart/2005/8/layout/orgChart1"/>
    <dgm:cxn modelId="{FB59169E-8A08-034E-9648-DE792BA54BE6}" type="presParOf" srcId="{6B0D63EE-727A-AF40-BC5A-92E83C57F8CC}" destId="{091E91B0-6C68-C14D-B577-66E5FC2B89E1}" srcOrd="0" destOrd="0" presId="urn:microsoft.com/office/officeart/2005/8/layout/orgChart1"/>
    <dgm:cxn modelId="{9A65603E-1926-BF4E-AF93-75F2C2D0C95D}" type="presParOf" srcId="{091E91B0-6C68-C14D-B577-66E5FC2B89E1}" destId="{4A4CE9CB-6737-FD47-B5B9-AF543175B8BB}" srcOrd="0" destOrd="0" presId="urn:microsoft.com/office/officeart/2005/8/layout/orgChart1"/>
    <dgm:cxn modelId="{262573E1-C2DF-5F48-801E-DCA2436E8DBD}" type="presParOf" srcId="{091E91B0-6C68-C14D-B577-66E5FC2B89E1}" destId="{5D93B13E-7888-D840-B431-9A30ED96B781}" srcOrd="1" destOrd="0" presId="urn:microsoft.com/office/officeart/2005/8/layout/orgChart1"/>
    <dgm:cxn modelId="{434F2CB8-DEBE-1E47-9F63-218F5944832A}" type="presParOf" srcId="{6B0D63EE-727A-AF40-BC5A-92E83C57F8CC}" destId="{00178CB9-BB97-0747-84B7-ACD55071B5F0}" srcOrd="1" destOrd="0" presId="urn:microsoft.com/office/officeart/2005/8/layout/orgChart1"/>
    <dgm:cxn modelId="{FB79A04E-0EF0-A243-9E7D-7F7265A05CC7}" type="presParOf" srcId="{6B0D63EE-727A-AF40-BC5A-92E83C57F8CC}" destId="{AE6377D5-9F24-2A4E-A903-51117E0BE274}" srcOrd="2" destOrd="0" presId="urn:microsoft.com/office/officeart/2005/8/layout/orgChart1"/>
    <dgm:cxn modelId="{E30B480D-CFB2-764C-B283-37C43D5AF4B7}" type="presParOf" srcId="{3D5AF19D-F2C9-7B43-8BF9-6F2DAE42C813}" destId="{0592C931-C555-7444-BF30-BC881ED59F00}" srcOrd="2" destOrd="0" presId="urn:microsoft.com/office/officeart/2005/8/layout/orgChart1"/>
    <dgm:cxn modelId="{145B6130-C5BF-C846-B58E-F7FEEE8EB251}" type="presParOf" srcId="{3D5AF19D-F2C9-7B43-8BF9-6F2DAE42C813}" destId="{941D86F1-E4F6-4D4F-AD66-4DEAAAF40477}" srcOrd="3" destOrd="0" presId="urn:microsoft.com/office/officeart/2005/8/layout/orgChart1"/>
    <dgm:cxn modelId="{83514351-4629-8547-9CB7-98E8389FDE94}" type="presParOf" srcId="{941D86F1-E4F6-4D4F-AD66-4DEAAAF40477}" destId="{D216E454-5FBD-7548-ACE7-4A3E4B6EED97}" srcOrd="0" destOrd="0" presId="urn:microsoft.com/office/officeart/2005/8/layout/orgChart1"/>
    <dgm:cxn modelId="{3FD97793-9D33-744E-8C3B-42C693722A8B}" type="presParOf" srcId="{D216E454-5FBD-7548-ACE7-4A3E4B6EED97}" destId="{E1AABF2E-0662-E84D-BC15-2336AF0DC098}" srcOrd="0" destOrd="0" presId="urn:microsoft.com/office/officeart/2005/8/layout/orgChart1"/>
    <dgm:cxn modelId="{2591D235-5797-2649-8410-0EA7856C8016}" type="presParOf" srcId="{D216E454-5FBD-7548-ACE7-4A3E4B6EED97}" destId="{F4A03AA2-18D9-4146-B89F-A238A90AF6EF}" srcOrd="1" destOrd="0" presId="urn:microsoft.com/office/officeart/2005/8/layout/orgChart1"/>
    <dgm:cxn modelId="{FE631A2D-09E9-2746-A438-08DCB43F636B}" type="presParOf" srcId="{941D86F1-E4F6-4D4F-AD66-4DEAAAF40477}" destId="{92B1B0D4-AC07-2743-A22A-B309620765D9}" srcOrd="1" destOrd="0" presId="urn:microsoft.com/office/officeart/2005/8/layout/orgChart1"/>
    <dgm:cxn modelId="{5CF2BA91-7721-C448-BB39-84160E2D911D}" type="presParOf" srcId="{941D86F1-E4F6-4D4F-AD66-4DEAAAF40477}" destId="{02C5DDD2-C2C4-814B-BC59-D21B75BC4A88}" srcOrd="2" destOrd="0" presId="urn:microsoft.com/office/officeart/2005/8/layout/orgChart1"/>
    <dgm:cxn modelId="{F7C969E6-F740-9A47-8D01-538FFBA5AB00}" type="presParOf" srcId="{3D5AF19D-F2C9-7B43-8BF9-6F2DAE42C813}" destId="{A14F600D-AFF0-D24E-B311-3763AB510B5E}" srcOrd="4" destOrd="0" presId="urn:microsoft.com/office/officeart/2005/8/layout/orgChart1"/>
    <dgm:cxn modelId="{705A4B77-5B44-5B48-AC66-CF0383251219}" type="presParOf" srcId="{3D5AF19D-F2C9-7B43-8BF9-6F2DAE42C813}" destId="{0CB6EFBA-0177-B146-AF5C-9250934D4C84}" srcOrd="5" destOrd="0" presId="urn:microsoft.com/office/officeart/2005/8/layout/orgChart1"/>
    <dgm:cxn modelId="{D2C407E9-4C84-A448-A88F-740FA2F38479}" type="presParOf" srcId="{0CB6EFBA-0177-B146-AF5C-9250934D4C84}" destId="{3C8072DF-E066-684F-8556-848F0A5113A9}" srcOrd="0" destOrd="0" presId="urn:microsoft.com/office/officeart/2005/8/layout/orgChart1"/>
    <dgm:cxn modelId="{A16AE7D5-943D-614E-B6C0-9F1EF2011AE7}" type="presParOf" srcId="{3C8072DF-E066-684F-8556-848F0A5113A9}" destId="{AE55931F-CD10-5149-AD3B-8FA80E3E54D6}" srcOrd="0" destOrd="0" presId="urn:microsoft.com/office/officeart/2005/8/layout/orgChart1"/>
    <dgm:cxn modelId="{8D12F680-71F6-D04A-B5A0-BE68804B624C}" type="presParOf" srcId="{3C8072DF-E066-684F-8556-848F0A5113A9}" destId="{3EB523B0-ABC3-644F-B2E1-6D01040639FF}" srcOrd="1" destOrd="0" presId="urn:microsoft.com/office/officeart/2005/8/layout/orgChart1"/>
    <dgm:cxn modelId="{B968A258-E7D7-434B-84C4-7599857E8175}" type="presParOf" srcId="{0CB6EFBA-0177-B146-AF5C-9250934D4C84}" destId="{2A0504F9-86C8-5B43-8FC2-222157E7CB09}" srcOrd="1" destOrd="0" presId="urn:microsoft.com/office/officeart/2005/8/layout/orgChart1"/>
    <dgm:cxn modelId="{AF7829C3-5093-1148-A6C8-E046CA73F2A8}" type="presParOf" srcId="{0CB6EFBA-0177-B146-AF5C-9250934D4C84}" destId="{03DDFA53-AB14-FC45-8740-F5EAA15008A0}" srcOrd="2" destOrd="0" presId="urn:microsoft.com/office/officeart/2005/8/layout/orgChart1"/>
    <dgm:cxn modelId="{04458F95-6B9B-3542-9676-B90212D51CB2}" type="presParOf" srcId="{3D5AF19D-F2C9-7B43-8BF9-6F2DAE42C813}" destId="{791FCE82-99C8-B14F-A8EA-28D4E87E57C4}" srcOrd="6" destOrd="0" presId="urn:microsoft.com/office/officeart/2005/8/layout/orgChart1"/>
    <dgm:cxn modelId="{7DD9D51B-E804-0F45-A9A1-8B802CAA694A}" type="presParOf" srcId="{3D5AF19D-F2C9-7B43-8BF9-6F2DAE42C813}" destId="{0D28629D-E186-E749-A0EB-A2F024DE9251}" srcOrd="7" destOrd="0" presId="urn:microsoft.com/office/officeart/2005/8/layout/orgChart1"/>
    <dgm:cxn modelId="{167B5FA1-4C49-4D40-B2F7-81CFB0B30DCF}" type="presParOf" srcId="{0D28629D-E186-E749-A0EB-A2F024DE9251}" destId="{17921F23-8FC1-E84E-96CE-C60FBB8BEE29}" srcOrd="0" destOrd="0" presId="urn:microsoft.com/office/officeart/2005/8/layout/orgChart1"/>
    <dgm:cxn modelId="{874F92A1-70E6-3447-A4BD-E43B4ACF6D11}" type="presParOf" srcId="{17921F23-8FC1-E84E-96CE-C60FBB8BEE29}" destId="{16A34988-A1B1-8E44-B4BD-A3D47FA3877A}" srcOrd="0" destOrd="0" presId="urn:microsoft.com/office/officeart/2005/8/layout/orgChart1"/>
    <dgm:cxn modelId="{6436616E-DB01-614F-8DFC-321C80F84AD4}" type="presParOf" srcId="{17921F23-8FC1-E84E-96CE-C60FBB8BEE29}" destId="{1699A71E-C621-5147-9124-E06702250D2C}" srcOrd="1" destOrd="0" presId="urn:microsoft.com/office/officeart/2005/8/layout/orgChart1"/>
    <dgm:cxn modelId="{83616521-ED33-5948-B252-B2635AB8CB18}" type="presParOf" srcId="{0D28629D-E186-E749-A0EB-A2F024DE9251}" destId="{987C2DA9-18BD-0E48-A985-601A05DBD7B5}" srcOrd="1" destOrd="0" presId="urn:microsoft.com/office/officeart/2005/8/layout/orgChart1"/>
    <dgm:cxn modelId="{1512483C-4316-B34F-A8BF-05D3EB925A5A}" type="presParOf" srcId="{0D28629D-E186-E749-A0EB-A2F024DE9251}" destId="{89E11340-C41D-E541-898D-1084AF34CF91}" srcOrd="2" destOrd="0" presId="urn:microsoft.com/office/officeart/2005/8/layout/orgChart1"/>
    <dgm:cxn modelId="{EB17CF2A-FC58-F94F-BA68-926F2211E890}" type="presParOf" srcId="{F1E8B6B7-24B6-5C44-8BC2-107C9B99367C}" destId="{4CFBE873-33C1-0240-8A86-75957551D7FF}" srcOrd="2" destOrd="0" presId="urn:microsoft.com/office/officeart/2005/8/layout/orgChart1"/>
    <dgm:cxn modelId="{A002430F-6541-E64A-B450-2B9C5C935AEA}" type="presParOf" srcId="{DCE55FB2-18C7-334A-9CA2-48B037DBFC99}" destId="{96CCF3CE-B3B5-D14A-AEF6-9B1D947AEE2D}" srcOrd="2" destOrd="0" presId="urn:microsoft.com/office/officeart/2005/8/layout/orgChart1"/>
    <dgm:cxn modelId="{06B062B5-F622-B944-B177-CDA95D461434}" type="presParOf" srcId="{DCE55FB2-18C7-334A-9CA2-48B037DBFC99}" destId="{ACC90E1D-0FDF-3C4A-A0F7-B8F7A7F44859}" srcOrd="3" destOrd="0" presId="urn:microsoft.com/office/officeart/2005/8/layout/orgChart1"/>
    <dgm:cxn modelId="{D6518D94-AEF0-304D-8A18-D44D3BCCE54A}" type="presParOf" srcId="{ACC90E1D-0FDF-3C4A-A0F7-B8F7A7F44859}" destId="{A38A1539-35EE-F44D-88F6-F376887F9190}" srcOrd="0" destOrd="0" presId="urn:microsoft.com/office/officeart/2005/8/layout/orgChart1"/>
    <dgm:cxn modelId="{D5A3A0B6-4F49-3048-945F-5DF74756F3B3}" type="presParOf" srcId="{A38A1539-35EE-F44D-88F6-F376887F9190}" destId="{5D013CFB-9DE6-8B41-A1C5-7CC4BD35F10E}" srcOrd="0" destOrd="0" presId="urn:microsoft.com/office/officeart/2005/8/layout/orgChart1"/>
    <dgm:cxn modelId="{E0F8A464-AC6F-DD46-B8B1-7DCD3FDCE0BB}" type="presParOf" srcId="{A38A1539-35EE-F44D-88F6-F376887F9190}" destId="{198CE295-0600-A448-BBEF-99CC77D3E4A7}" srcOrd="1" destOrd="0" presId="urn:microsoft.com/office/officeart/2005/8/layout/orgChart1"/>
    <dgm:cxn modelId="{6979C89D-95E3-B44B-88D2-D0C0A2FA0223}" type="presParOf" srcId="{ACC90E1D-0FDF-3C4A-A0F7-B8F7A7F44859}" destId="{D5ACF19A-AEFE-5945-BC95-10A28E0ED2A6}" srcOrd="1" destOrd="0" presId="urn:microsoft.com/office/officeart/2005/8/layout/orgChart1"/>
    <dgm:cxn modelId="{7F14EB58-D733-1140-BD31-2EE6982CA519}" type="presParOf" srcId="{D5ACF19A-AEFE-5945-BC95-10A28E0ED2A6}" destId="{87D5207C-C519-4E46-9CC7-1A5962C4EF32}" srcOrd="0" destOrd="0" presId="urn:microsoft.com/office/officeart/2005/8/layout/orgChart1"/>
    <dgm:cxn modelId="{8854D943-46F8-4C4A-AB4F-DF4AF6F883DB}" type="presParOf" srcId="{D5ACF19A-AEFE-5945-BC95-10A28E0ED2A6}" destId="{F259228F-AE89-B94A-956E-1F8E90F76737}" srcOrd="1" destOrd="0" presId="urn:microsoft.com/office/officeart/2005/8/layout/orgChart1"/>
    <dgm:cxn modelId="{41EF3EC0-0C69-B64F-8AE9-BBFF55588B24}" type="presParOf" srcId="{F259228F-AE89-B94A-956E-1F8E90F76737}" destId="{98EB609C-C5AA-1E47-A503-BAA3A70DE1B8}" srcOrd="0" destOrd="0" presId="urn:microsoft.com/office/officeart/2005/8/layout/orgChart1"/>
    <dgm:cxn modelId="{3EDCE503-0B53-8346-ABF2-8B9FA264645B}" type="presParOf" srcId="{98EB609C-C5AA-1E47-A503-BAA3A70DE1B8}" destId="{3CB640E6-C380-F94A-AA95-5B84A8618DBD}" srcOrd="0" destOrd="0" presId="urn:microsoft.com/office/officeart/2005/8/layout/orgChart1"/>
    <dgm:cxn modelId="{A243E53E-CFAB-8544-9FD7-010987D6A12E}" type="presParOf" srcId="{98EB609C-C5AA-1E47-A503-BAA3A70DE1B8}" destId="{E1A13BF3-49A3-E241-A12F-1447632EC7B4}" srcOrd="1" destOrd="0" presId="urn:microsoft.com/office/officeart/2005/8/layout/orgChart1"/>
    <dgm:cxn modelId="{E178C212-D21C-C746-8B50-0E22DCEA7242}" type="presParOf" srcId="{F259228F-AE89-B94A-956E-1F8E90F76737}" destId="{5A01F4C6-51E8-E54B-82B3-68721458B81D}" srcOrd="1" destOrd="0" presId="urn:microsoft.com/office/officeart/2005/8/layout/orgChart1"/>
    <dgm:cxn modelId="{A51CE3B6-B006-A54A-ADCA-9BAB55B6F14A}" type="presParOf" srcId="{F259228F-AE89-B94A-956E-1F8E90F76737}" destId="{0527B411-E9C8-E447-9977-8342361A0993}" srcOrd="2" destOrd="0" presId="urn:microsoft.com/office/officeart/2005/8/layout/orgChart1"/>
    <dgm:cxn modelId="{4708BC86-4EB6-444F-9078-9608FCD96884}" type="presParOf" srcId="{D5ACF19A-AEFE-5945-BC95-10A28E0ED2A6}" destId="{044CC437-8B11-6C45-8E10-81A55CB14516}" srcOrd="2" destOrd="0" presId="urn:microsoft.com/office/officeart/2005/8/layout/orgChart1"/>
    <dgm:cxn modelId="{9BAECCF1-4669-EC41-8E35-87A70D9FC364}" type="presParOf" srcId="{D5ACF19A-AEFE-5945-BC95-10A28E0ED2A6}" destId="{130A04CA-C924-C943-87D5-C90BE167C3B6}" srcOrd="3" destOrd="0" presId="urn:microsoft.com/office/officeart/2005/8/layout/orgChart1"/>
    <dgm:cxn modelId="{167B7818-B71A-AA4B-89CC-FE29BAD341BF}" type="presParOf" srcId="{130A04CA-C924-C943-87D5-C90BE167C3B6}" destId="{802E2B88-3CDA-AF48-AA3C-315E9325A64C}" srcOrd="0" destOrd="0" presId="urn:microsoft.com/office/officeart/2005/8/layout/orgChart1"/>
    <dgm:cxn modelId="{54EEC979-3222-7D48-92BD-49B3CBF94015}" type="presParOf" srcId="{802E2B88-3CDA-AF48-AA3C-315E9325A64C}" destId="{078C9178-615D-C345-8B2D-DFF093382734}" srcOrd="0" destOrd="0" presId="urn:microsoft.com/office/officeart/2005/8/layout/orgChart1"/>
    <dgm:cxn modelId="{081ABDB7-AB78-BE42-8E07-A722842BEB6E}" type="presParOf" srcId="{802E2B88-3CDA-AF48-AA3C-315E9325A64C}" destId="{4C997BF0-7289-4F48-8B06-5DED713254F1}" srcOrd="1" destOrd="0" presId="urn:microsoft.com/office/officeart/2005/8/layout/orgChart1"/>
    <dgm:cxn modelId="{664E32C7-41DF-FF49-9039-54C42ADEA304}" type="presParOf" srcId="{130A04CA-C924-C943-87D5-C90BE167C3B6}" destId="{FA4221B6-7A4A-4E49-BFC3-AA9FA6E363B9}" srcOrd="1" destOrd="0" presId="urn:microsoft.com/office/officeart/2005/8/layout/orgChart1"/>
    <dgm:cxn modelId="{D86A7ED0-EBE7-9243-8498-6B277543F711}" type="presParOf" srcId="{130A04CA-C924-C943-87D5-C90BE167C3B6}" destId="{DC26F72A-1E5D-934F-9C90-B8E742799B71}" srcOrd="2" destOrd="0" presId="urn:microsoft.com/office/officeart/2005/8/layout/orgChart1"/>
    <dgm:cxn modelId="{4DC797BA-C249-5B42-8682-F1933F329FE3}" type="presParOf" srcId="{ACC90E1D-0FDF-3C4A-A0F7-B8F7A7F44859}" destId="{1BE98C54-0F86-1E4E-ADE1-7037706740B5}" srcOrd="2" destOrd="0" presId="urn:microsoft.com/office/officeart/2005/8/layout/orgChart1"/>
    <dgm:cxn modelId="{5BA1F1FC-1661-8A49-A895-6C398955EB66}" type="presParOf" srcId="{8EA04CAD-B588-2F43-8DA9-F3053C67DF87}" destId="{D71D6D14-B2E0-7441-9B9D-A1384F2D0A6A}" srcOrd="2" destOrd="0" presId="urn:microsoft.com/office/officeart/2005/8/layout/orgChart1"/>
    <dgm:cxn modelId="{9F5740CA-C6B3-394B-B00D-007D73794C5B}" type="presParOf" srcId="{06875C6E-5553-7345-B1FF-028CD4B2175D}" destId="{0DBF1F83-125E-ED46-B706-6114F7D73813}" srcOrd="8" destOrd="0" presId="urn:microsoft.com/office/officeart/2005/8/layout/orgChart1"/>
    <dgm:cxn modelId="{60004EBC-545A-D744-AF26-B4440D40BBDE}" type="presParOf" srcId="{06875C6E-5553-7345-B1FF-028CD4B2175D}" destId="{0622E928-91A3-9A43-BF86-B47926CE0719}" srcOrd="9" destOrd="0" presId="urn:microsoft.com/office/officeart/2005/8/layout/orgChart1"/>
    <dgm:cxn modelId="{9CF6B5FE-FBD0-0C45-B07C-4775F72362B5}" type="presParOf" srcId="{0622E928-91A3-9A43-BF86-B47926CE0719}" destId="{A9AF5493-1379-8F45-8964-D607F50E46B6}" srcOrd="0" destOrd="0" presId="urn:microsoft.com/office/officeart/2005/8/layout/orgChart1"/>
    <dgm:cxn modelId="{004F45B5-66B4-B14B-8581-5487290875FB}" type="presParOf" srcId="{A9AF5493-1379-8F45-8964-D607F50E46B6}" destId="{FF76E880-8CD3-4C45-BE00-92FACAD6F1D2}" srcOrd="0" destOrd="0" presId="urn:microsoft.com/office/officeart/2005/8/layout/orgChart1"/>
    <dgm:cxn modelId="{552A5D6F-9A59-5F49-B536-045A580EEAB2}" type="presParOf" srcId="{A9AF5493-1379-8F45-8964-D607F50E46B6}" destId="{3FD6DDAD-5BDA-EF4E-9CBC-C5F57BC9FA86}" srcOrd="1" destOrd="0" presId="urn:microsoft.com/office/officeart/2005/8/layout/orgChart1"/>
    <dgm:cxn modelId="{DF27F785-C733-BE4F-A469-9DBEFD4175E6}" type="presParOf" srcId="{0622E928-91A3-9A43-BF86-B47926CE0719}" destId="{7E908F8C-D8C6-3A47-BC1D-9D0486963931}" srcOrd="1" destOrd="0" presId="urn:microsoft.com/office/officeart/2005/8/layout/orgChart1"/>
    <dgm:cxn modelId="{9AE2FA80-A15C-BD49-8182-75F897591059}" type="presParOf" srcId="{7E908F8C-D8C6-3A47-BC1D-9D0486963931}" destId="{F47A6D65-D8E2-D946-90DE-24AD0FBD52CE}" srcOrd="0" destOrd="0" presId="urn:microsoft.com/office/officeart/2005/8/layout/orgChart1"/>
    <dgm:cxn modelId="{68556C5A-2B46-6A4F-8E80-6E482D0EB70F}" type="presParOf" srcId="{7E908F8C-D8C6-3A47-BC1D-9D0486963931}" destId="{A6EAB4F6-DFFE-FE44-B5AD-3AD6ABC27E1D}" srcOrd="1" destOrd="0" presId="urn:microsoft.com/office/officeart/2005/8/layout/orgChart1"/>
    <dgm:cxn modelId="{C0A3DF9C-4871-2D4D-9106-3E86BD45A648}" type="presParOf" srcId="{A6EAB4F6-DFFE-FE44-B5AD-3AD6ABC27E1D}" destId="{14A91A7C-2262-874E-95A7-FC6D2195C294}" srcOrd="0" destOrd="0" presId="urn:microsoft.com/office/officeart/2005/8/layout/orgChart1"/>
    <dgm:cxn modelId="{437A52E8-F223-B248-9028-04256D535A9F}" type="presParOf" srcId="{14A91A7C-2262-874E-95A7-FC6D2195C294}" destId="{C5D80830-7429-6143-B114-B41705EF5EF1}" srcOrd="0" destOrd="0" presId="urn:microsoft.com/office/officeart/2005/8/layout/orgChart1"/>
    <dgm:cxn modelId="{E4713E11-6033-5848-873F-DF9C6096BEAC}" type="presParOf" srcId="{14A91A7C-2262-874E-95A7-FC6D2195C294}" destId="{0831E34D-6CC4-F44C-B53F-23BB1794C4AF}" srcOrd="1" destOrd="0" presId="urn:microsoft.com/office/officeart/2005/8/layout/orgChart1"/>
    <dgm:cxn modelId="{A70B0E6B-2C6A-9A43-988F-0812197B4E6D}" type="presParOf" srcId="{A6EAB4F6-DFFE-FE44-B5AD-3AD6ABC27E1D}" destId="{F75BBD90-1EF8-0448-AA6E-A930BA1BDA28}" srcOrd="1" destOrd="0" presId="urn:microsoft.com/office/officeart/2005/8/layout/orgChart1"/>
    <dgm:cxn modelId="{E6A46665-0306-6F41-A016-EF5C8B78D649}" type="presParOf" srcId="{F75BBD90-1EF8-0448-AA6E-A930BA1BDA28}" destId="{AF4984BC-1D39-AF45-95C8-87E956519B54}" srcOrd="0" destOrd="0" presId="urn:microsoft.com/office/officeart/2005/8/layout/orgChart1"/>
    <dgm:cxn modelId="{6F15CB0F-71BC-7649-B736-AD7C67AD876C}" type="presParOf" srcId="{F75BBD90-1EF8-0448-AA6E-A930BA1BDA28}" destId="{13F2B5A7-1009-7E42-A717-F49F205935EB}" srcOrd="1" destOrd="0" presId="urn:microsoft.com/office/officeart/2005/8/layout/orgChart1"/>
    <dgm:cxn modelId="{0E2F9FE5-0CE2-624F-A989-E13D3BA99F45}" type="presParOf" srcId="{13F2B5A7-1009-7E42-A717-F49F205935EB}" destId="{F1875A98-FF61-DA4A-8492-718C1DDA6D44}" srcOrd="0" destOrd="0" presId="urn:microsoft.com/office/officeart/2005/8/layout/orgChart1"/>
    <dgm:cxn modelId="{34D50A62-65ED-0846-88CA-5A6CD32F46FE}" type="presParOf" srcId="{F1875A98-FF61-DA4A-8492-718C1DDA6D44}" destId="{274C3900-57FF-D949-96B0-C221170F5E79}" srcOrd="0" destOrd="0" presId="urn:microsoft.com/office/officeart/2005/8/layout/orgChart1"/>
    <dgm:cxn modelId="{A37FF086-F5AB-CC44-8A00-051327D13B09}" type="presParOf" srcId="{F1875A98-FF61-DA4A-8492-718C1DDA6D44}" destId="{CAA81AD6-6009-F34B-981F-B28D84EAEF59}" srcOrd="1" destOrd="0" presId="urn:microsoft.com/office/officeart/2005/8/layout/orgChart1"/>
    <dgm:cxn modelId="{05A92DCE-1B38-B045-A2BC-B3C616CBD6B8}" type="presParOf" srcId="{13F2B5A7-1009-7E42-A717-F49F205935EB}" destId="{998A9920-1E81-2E40-9144-C9498B7A20DA}" srcOrd="1" destOrd="0" presId="urn:microsoft.com/office/officeart/2005/8/layout/orgChart1"/>
    <dgm:cxn modelId="{78EF802D-F1C4-084F-AE7F-60B00FC82C78}" type="presParOf" srcId="{998A9920-1E81-2E40-9144-C9498B7A20DA}" destId="{3E90519F-32A6-6A49-BC83-131799752B26}" srcOrd="0" destOrd="0" presId="urn:microsoft.com/office/officeart/2005/8/layout/orgChart1"/>
    <dgm:cxn modelId="{FC53DDB4-4544-5243-8880-8EF89150DB6D}" type="presParOf" srcId="{998A9920-1E81-2E40-9144-C9498B7A20DA}" destId="{8B98E6C0-8956-4542-B5C6-1D13C9E9F052}" srcOrd="1" destOrd="0" presId="urn:microsoft.com/office/officeart/2005/8/layout/orgChart1"/>
    <dgm:cxn modelId="{65AAE799-A819-D04F-8725-E76C77F11A18}" type="presParOf" srcId="{8B98E6C0-8956-4542-B5C6-1D13C9E9F052}" destId="{E3DFB396-9A2B-F741-9316-3462975A6833}" srcOrd="0" destOrd="0" presId="urn:microsoft.com/office/officeart/2005/8/layout/orgChart1"/>
    <dgm:cxn modelId="{25F2631B-C552-F144-86D7-A6B52E20562D}" type="presParOf" srcId="{E3DFB396-9A2B-F741-9316-3462975A6833}" destId="{E6F62582-08F4-C64B-90F1-8283975319B3}" srcOrd="0" destOrd="0" presId="urn:microsoft.com/office/officeart/2005/8/layout/orgChart1"/>
    <dgm:cxn modelId="{185BCC86-AF54-5643-92E8-B423AF52F55B}" type="presParOf" srcId="{E3DFB396-9A2B-F741-9316-3462975A6833}" destId="{1F890F03-7E08-8B4F-B44C-8BA7CF3CD316}" srcOrd="1" destOrd="0" presId="urn:microsoft.com/office/officeart/2005/8/layout/orgChart1"/>
    <dgm:cxn modelId="{87247CAF-6E3F-8741-8389-B552DDF97FDB}" type="presParOf" srcId="{8B98E6C0-8956-4542-B5C6-1D13C9E9F052}" destId="{A34BD9B2-BB7B-B149-A5A2-7C90D512446E}" srcOrd="1" destOrd="0" presId="urn:microsoft.com/office/officeart/2005/8/layout/orgChart1"/>
    <dgm:cxn modelId="{6C2CDDBA-022E-F14A-9589-858F2AAA0C70}" type="presParOf" srcId="{8B98E6C0-8956-4542-B5C6-1D13C9E9F052}" destId="{1C7A409E-2B63-FC41-B86D-72FDBB085537}" srcOrd="2" destOrd="0" presId="urn:microsoft.com/office/officeart/2005/8/layout/orgChart1"/>
    <dgm:cxn modelId="{FF763015-2E4F-AD4F-A388-2CDE3CA416DB}" type="presParOf" srcId="{998A9920-1E81-2E40-9144-C9498B7A20DA}" destId="{E5D14C10-C17D-294C-944C-378345703CBB}" srcOrd="2" destOrd="0" presId="urn:microsoft.com/office/officeart/2005/8/layout/orgChart1"/>
    <dgm:cxn modelId="{285E165B-030F-6349-9D9B-5F68C41F2E82}" type="presParOf" srcId="{998A9920-1E81-2E40-9144-C9498B7A20DA}" destId="{8BD20EFF-882F-B047-BAD5-BFF4461326E0}" srcOrd="3" destOrd="0" presId="urn:microsoft.com/office/officeart/2005/8/layout/orgChart1"/>
    <dgm:cxn modelId="{D0C90A27-C38A-4B4C-94B6-9D8D6FB256AE}" type="presParOf" srcId="{8BD20EFF-882F-B047-BAD5-BFF4461326E0}" destId="{26B815B4-FF09-0A4A-BC07-051A2F3BE57A}" srcOrd="0" destOrd="0" presId="urn:microsoft.com/office/officeart/2005/8/layout/orgChart1"/>
    <dgm:cxn modelId="{BFC4A4BE-9680-0844-9CCC-BE9722F046D1}" type="presParOf" srcId="{26B815B4-FF09-0A4A-BC07-051A2F3BE57A}" destId="{EFB2AD85-CF34-9E43-97FD-D9DE5CF8F442}" srcOrd="0" destOrd="0" presId="urn:microsoft.com/office/officeart/2005/8/layout/orgChart1"/>
    <dgm:cxn modelId="{2F247D61-6EF8-3D42-9C99-9D2C062E93B9}" type="presParOf" srcId="{26B815B4-FF09-0A4A-BC07-051A2F3BE57A}" destId="{5E0C0497-EA41-6043-93AD-E0085EE82318}" srcOrd="1" destOrd="0" presId="urn:microsoft.com/office/officeart/2005/8/layout/orgChart1"/>
    <dgm:cxn modelId="{05E18A6C-F09B-9042-A47A-7E762823EC71}" type="presParOf" srcId="{8BD20EFF-882F-B047-BAD5-BFF4461326E0}" destId="{86E83E3B-634A-D640-A936-B7BB2D331C5E}" srcOrd="1" destOrd="0" presId="urn:microsoft.com/office/officeart/2005/8/layout/orgChart1"/>
    <dgm:cxn modelId="{91673D63-7698-DA45-9A02-3F345D722A7C}" type="presParOf" srcId="{8BD20EFF-882F-B047-BAD5-BFF4461326E0}" destId="{5793C895-DDA5-CD41-9EDC-CA27879B1EF9}" srcOrd="2" destOrd="0" presId="urn:microsoft.com/office/officeart/2005/8/layout/orgChart1"/>
    <dgm:cxn modelId="{880462A9-DB93-7B4D-AB62-D3BD8F58FBA5}" type="presParOf" srcId="{13F2B5A7-1009-7E42-A717-F49F205935EB}" destId="{DAA73F92-40D3-7446-A888-A552D5D77AC0}" srcOrd="2" destOrd="0" presId="urn:microsoft.com/office/officeart/2005/8/layout/orgChart1"/>
    <dgm:cxn modelId="{19EFD7B3-0DFB-9941-9543-73B4A6E7A931}" type="presParOf" srcId="{F75BBD90-1EF8-0448-AA6E-A930BA1BDA28}" destId="{FF047D70-2DF7-7D44-AE90-5FCF8CAD6226}" srcOrd="2" destOrd="0" presId="urn:microsoft.com/office/officeart/2005/8/layout/orgChart1"/>
    <dgm:cxn modelId="{E2BA7B7E-FCFF-2A4B-8F2D-2210D1260DCB}" type="presParOf" srcId="{F75BBD90-1EF8-0448-AA6E-A930BA1BDA28}" destId="{BB2E6240-E9EC-BA4C-A21F-127F034F4709}" srcOrd="3" destOrd="0" presId="urn:microsoft.com/office/officeart/2005/8/layout/orgChart1"/>
    <dgm:cxn modelId="{D911CC90-9ACF-8A4C-BABC-5CEA4E18681D}" type="presParOf" srcId="{BB2E6240-E9EC-BA4C-A21F-127F034F4709}" destId="{E63CD6DC-1EFE-2740-A066-2669FAB24308}" srcOrd="0" destOrd="0" presId="urn:microsoft.com/office/officeart/2005/8/layout/orgChart1"/>
    <dgm:cxn modelId="{08E6D681-19C7-074F-91DE-99CFE7EAEDF8}" type="presParOf" srcId="{E63CD6DC-1EFE-2740-A066-2669FAB24308}" destId="{9CEFFBB1-A631-6349-9EA8-112249C0F2C0}" srcOrd="0" destOrd="0" presId="urn:microsoft.com/office/officeart/2005/8/layout/orgChart1"/>
    <dgm:cxn modelId="{24D7B9EF-DC08-CC48-83AB-758594193C71}" type="presParOf" srcId="{E63CD6DC-1EFE-2740-A066-2669FAB24308}" destId="{581FC9D4-440D-E84E-B337-D6861C7CCB23}" srcOrd="1" destOrd="0" presId="urn:microsoft.com/office/officeart/2005/8/layout/orgChart1"/>
    <dgm:cxn modelId="{1526BC8D-BDC3-AF45-BA89-B199172A98D6}" type="presParOf" srcId="{BB2E6240-E9EC-BA4C-A21F-127F034F4709}" destId="{4801A59B-EE88-2447-A787-A2B28DBDFA80}" srcOrd="1" destOrd="0" presId="urn:microsoft.com/office/officeart/2005/8/layout/orgChart1"/>
    <dgm:cxn modelId="{512598A4-2CF2-DD4C-95FB-6F4A0415C7C6}" type="presParOf" srcId="{4801A59B-EE88-2447-A787-A2B28DBDFA80}" destId="{82A17290-E46A-094B-94FC-C02F3D6D1D16}" srcOrd="0" destOrd="0" presId="urn:microsoft.com/office/officeart/2005/8/layout/orgChart1"/>
    <dgm:cxn modelId="{ABFBD9E1-A8F9-9640-88DB-EB9A2196315E}" type="presParOf" srcId="{4801A59B-EE88-2447-A787-A2B28DBDFA80}" destId="{3DD6C42B-7B2E-8541-A0E5-C5F92D192F54}" srcOrd="1" destOrd="0" presId="urn:microsoft.com/office/officeart/2005/8/layout/orgChart1"/>
    <dgm:cxn modelId="{232CB4D4-DA94-194F-9B3A-92C167C2526E}" type="presParOf" srcId="{3DD6C42B-7B2E-8541-A0E5-C5F92D192F54}" destId="{D283C970-8E94-5E4D-9CCF-FD09279B5DDB}" srcOrd="0" destOrd="0" presId="urn:microsoft.com/office/officeart/2005/8/layout/orgChart1"/>
    <dgm:cxn modelId="{B7D254C9-4D89-1D42-B3D9-A69A7A843F37}" type="presParOf" srcId="{D283C970-8E94-5E4D-9CCF-FD09279B5DDB}" destId="{47300D1A-4944-E247-BB2F-F5B70FEA35BD}" srcOrd="0" destOrd="0" presId="urn:microsoft.com/office/officeart/2005/8/layout/orgChart1"/>
    <dgm:cxn modelId="{BF122168-D8CA-B94A-8B9B-8D9C4174B654}" type="presParOf" srcId="{D283C970-8E94-5E4D-9CCF-FD09279B5DDB}" destId="{0D064EA6-31E4-8644-A48A-5B579D3D8ED4}" srcOrd="1" destOrd="0" presId="urn:microsoft.com/office/officeart/2005/8/layout/orgChart1"/>
    <dgm:cxn modelId="{A4926009-C469-E14E-8F44-E796619D4124}" type="presParOf" srcId="{3DD6C42B-7B2E-8541-A0E5-C5F92D192F54}" destId="{58F8A2D7-1F7E-1440-AF47-719B09851014}" srcOrd="1" destOrd="0" presId="urn:microsoft.com/office/officeart/2005/8/layout/orgChart1"/>
    <dgm:cxn modelId="{C0C952E8-4A8D-6B4C-A2CC-65BC21F07035}" type="presParOf" srcId="{3DD6C42B-7B2E-8541-A0E5-C5F92D192F54}" destId="{F70320AB-D34C-BF47-9C23-6DEF435217AB}" srcOrd="2" destOrd="0" presId="urn:microsoft.com/office/officeart/2005/8/layout/orgChart1"/>
    <dgm:cxn modelId="{C0B6E014-6923-5C4A-975B-E3435A0C05DD}" type="presParOf" srcId="{4801A59B-EE88-2447-A787-A2B28DBDFA80}" destId="{DBF7DCE7-56BF-B841-819A-0AD917B85D1D}" srcOrd="2" destOrd="0" presId="urn:microsoft.com/office/officeart/2005/8/layout/orgChart1"/>
    <dgm:cxn modelId="{EEBDBCB0-1B9D-A94F-9AE9-8D0633F8478D}" type="presParOf" srcId="{4801A59B-EE88-2447-A787-A2B28DBDFA80}" destId="{4543202C-D8C0-504F-A79D-3C2D8A2B50FC}" srcOrd="3" destOrd="0" presId="urn:microsoft.com/office/officeart/2005/8/layout/orgChart1"/>
    <dgm:cxn modelId="{2DFE1262-6E83-FA48-9A84-08CEFFE33991}" type="presParOf" srcId="{4543202C-D8C0-504F-A79D-3C2D8A2B50FC}" destId="{A3FA48E7-09CB-4544-8F7B-216D24D0028B}" srcOrd="0" destOrd="0" presId="urn:microsoft.com/office/officeart/2005/8/layout/orgChart1"/>
    <dgm:cxn modelId="{F61CD1BF-1CAE-C141-8236-51DE0BBBB879}" type="presParOf" srcId="{A3FA48E7-09CB-4544-8F7B-216D24D0028B}" destId="{59D06E78-9035-BF45-9580-48B374269599}" srcOrd="0" destOrd="0" presId="urn:microsoft.com/office/officeart/2005/8/layout/orgChart1"/>
    <dgm:cxn modelId="{570B56B2-5425-3D4E-A001-572F58719D0D}" type="presParOf" srcId="{A3FA48E7-09CB-4544-8F7B-216D24D0028B}" destId="{C9564563-3323-014B-89C9-9168A3931A55}" srcOrd="1" destOrd="0" presId="urn:microsoft.com/office/officeart/2005/8/layout/orgChart1"/>
    <dgm:cxn modelId="{B8496B1C-5F5B-2945-8E0E-9D16E44693F1}" type="presParOf" srcId="{4543202C-D8C0-504F-A79D-3C2D8A2B50FC}" destId="{851AF91D-90FF-0443-9D1F-510923E41D6B}" srcOrd="1" destOrd="0" presId="urn:microsoft.com/office/officeart/2005/8/layout/orgChart1"/>
    <dgm:cxn modelId="{7BAB4201-CA9A-7E4F-8EBC-8BE149D5B901}" type="presParOf" srcId="{4543202C-D8C0-504F-A79D-3C2D8A2B50FC}" destId="{2ED6C149-E58B-514E-8496-B677FE4050FB}" srcOrd="2" destOrd="0" presId="urn:microsoft.com/office/officeart/2005/8/layout/orgChart1"/>
    <dgm:cxn modelId="{033E2678-C66A-504F-94AD-C73D49F557D0}" type="presParOf" srcId="{BB2E6240-E9EC-BA4C-A21F-127F034F4709}" destId="{8A3EB666-F8CE-EC44-8F9B-A9A5B4511541}" srcOrd="2" destOrd="0" presId="urn:microsoft.com/office/officeart/2005/8/layout/orgChart1"/>
    <dgm:cxn modelId="{7B79EF44-77E5-7D4D-9C57-382ED001B4F8}" type="presParOf" srcId="{F75BBD90-1EF8-0448-AA6E-A930BA1BDA28}" destId="{89F15FBD-5A53-224F-A81D-4FDE2B32BE43}" srcOrd="4" destOrd="0" presId="urn:microsoft.com/office/officeart/2005/8/layout/orgChart1"/>
    <dgm:cxn modelId="{BC0BABD1-97C7-064F-ACF9-9E09F47A0432}" type="presParOf" srcId="{F75BBD90-1EF8-0448-AA6E-A930BA1BDA28}" destId="{FE63038D-3A51-464A-8E74-C0C7C91A3849}" srcOrd="5" destOrd="0" presId="urn:microsoft.com/office/officeart/2005/8/layout/orgChart1"/>
    <dgm:cxn modelId="{1E69C21B-256A-3F44-8B3D-1676B87B2BAF}" type="presParOf" srcId="{FE63038D-3A51-464A-8E74-C0C7C91A3849}" destId="{68D7FD6C-BC24-3042-B05B-07C49430A050}" srcOrd="0" destOrd="0" presId="urn:microsoft.com/office/officeart/2005/8/layout/orgChart1"/>
    <dgm:cxn modelId="{3D97B715-BF63-644D-A647-9DEEB973B009}" type="presParOf" srcId="{68D7FD6C-BC24-3042-B05B-07C49430A050}" destId="{E65E831B-9CC7-A342-8142-BD320216B15E}" srcOrd="0" destOrd="0" presId="urn:microsoft.com/office/officeart/2005/8/layout/orgChart1"/>
    <dgm:cxn modelId="{FC5861C6-CF46-2C4E-9D64-E3A232A2B52F}" type="presParOf" srcId="{68D7FD6C-BC24-3042-B05B-07C49430A050}" destId="{867C0FA9-2510-774E-A0B8-96F75CFCB1E0}" srcOrd="1" destOrd="0" presId="urn:microsoft.com/office/officeart/2005/8/layout/orgChart1"/>
    <dgm:cxn modelId="{B26263C7-371B-8543-A678-4ABB418B3EA6}" type="presParOf" srcId="{FE63038D-3A51-464A-8E74-C0C7C91A3849}" destId="{42F4C8D6-C52C-B845-8162-CB9ED7212B84}" srcOrd="1" destOrd="0" presId="urn:microsoft.com/office/officeart/2005/8/layout/orgChart1"/>
    <dgm:cxn modelId="{8DC3FD4C-BBAE-9E40-AE23-E3D94C7D0573}" type="presParOf" srcId="{FE63038D-3A51-464A-8E74-C0C7C91A3849}" destId="{41BBA0DC-EF3F-D14D-9487-1EF92F08E633}" srcOrd="2" destOrd="0" presId="urn:microsoft.com/office/officeart/2005/8/layout/orgChart1"/>
    <dgm:cxn modelId="{398C0058-9B36-B247-98BD-ACA0FC81E69F}" type="presParOf" srcId="{A6EAB4F6-DFFE-FE44-B5AD-3AD6ABC27E1D}" destId="{C149258C-CB44-5946-88D7-ECCE17272A1A}" srcOrd="2" destOrd="0" presId="urn:microsoft.com/office/officeart/2005/8/layout/orgChart1"/>
    <dgm:cxn modelId="{D45C74D6-6D52-6045-85EE-B39FE65071B7}" type="presParOf" srcId="{7E908F8C-D8C6-3A47-BC1D-9D0486963931}" destId="{71050C65-87AC-4D46-89DE-586E8BA2CACD}" srcOrd="2" destOrd="0" presId="urn:microsoft.com/office/officeart/2005/8/layout/orgChart1"/>
    <dgm:cxn modelId="{AEB5A2A5-9564-F845-B313-811BCB47AC29}" type="presParOf" srcId="{7E908F8C-D8C6-3A47-BC1D-9D0486963931}" destId="{9692A736-7C23-5645-BBAA-BCD9DF813B36}" srcOrd="3" destOrd="0" presId="urn:microsoft.com/office/officeart/2005/8/layout/orgChart1"/>
    <dgm:cxn modelId="{40FC92D8-A05B-5C47-B358-2284ABD1E2F0}" type="presParOf" srcId="{9692A736-7C23-5645-BBAA-BCD9DF813B36}" destId="{6D7D76CF-6A85-8045-88C9-A3002339D5DA}" srcOrd="0" destOrd="0" presId="urn:microsoft.com/office/officeart/2005/8/layout/orgChart1"/>
    <dgm:cxn modelId="{E55B0A5D-5CE3-9C46-A320-8FAD3C5B6006}" type="presParOf" srcId="{6D7D76CF-6A85-8045-88C9-A3002339D5DA}" destId="{153B4E4D-5751-644A-8FB4-528952009F68}" srcOrd="0" destOrd="0" presId="urn:microsoft.com/office/officeart/2005/8/layout/orgChart1"/>
    <dgm:cxn modelId="{4FC0AA65-EE7E-9541-9012-7AF6F7BDFB9B}" type="presParOf" srcId="{6D7D76CF-6A85-8045-88C9-A3002339D5DA}" destId="{C752082B-7149-5F4E-95C4-A7755BEF3803}" srcOrd="1" destOrd="0" presId="urn:microsoft.com/office/officeart/2005/8/layout/orgChart1"/>
    <dgm:cxn modelId="{C53730CC-5CE6-FF46-994E-E0569A811DD3}" type="presParOf" srcId="{9692A736-7C23-5645-BBAA-BCD9DF813B36}" destId="{42B4A0D2-C309-1144-9CAC-81FFD545CEEA}" srcOrd="1" destOrd="0" presId="urn:microsoft.com/office/officeart/2005/8/layout/orgChart1"/>
    <dgm:cxn modelId="{B50B49C3-845D-0B43-B907-F719C31BBCD3}" type="presParOf" srcId="{9692A736-7C23-5645-BBAA-BCD9DF813B36}" destId="{4C274A00-E7A1-D942-AD08-157BD7A48BC3}" srcOrd="2" destOrd="0" presId="urn:microsoft.com/office/officeart/2005/8/layout/orgChart1"/>
    <dgm:cxn modelId="{21F4B313-7722-BF42-B98D-75E1BE61298E}" type="presParOf" srcId="{7E908F8C-D8C6-3A47-BC1D-9D0486963931}" destId="{DBF0A01A-D22D-7041-8A65-6969109BBD78}" srcOrd="4" destOrd="0" presId="urn:microsoft.com/office/officeart/2005/8/layout/orgChart1"/>
    <dgm:cxn modelId="{8260A42F-3B82-1440-A68B-B8405477C894}" type="presParOf" srcId="{7E908F8C-D8C6-3A47-BC1D-9D0486963931}" destId="{19220EED-CA6E-B14E-9041-DEB37305D6C0}" srcOrd="5" destOrd="0" presId="urn:microsoft.com/office/officeart/2005/8/layout/orgChart1"/>
    <dgm:cxn modelId="{6009730D-EEEE-ED46-A12F-E8AC80B0DCED}" type="presParOf" srcId="{19220EED-CA6E-B14E-9041-DEB37305D6C0}" destId="{559141D3-DE33-F347-8A8D-B798EBDB712D}" srcOrd="0" destOrd="0" presId="urn:microsoft.com/office/officeart/2005/8/layout/orgChart1"/>
    <dgm:cxn modelId="{F4B44899-135E-5B44-A401-318D11B666EA}" type="presParOf" srcId="{559141D3-DE33-F347-8A8D-B798EBDB712D}" destId="{D0B812B1-3932-BB4C-8730-A264DBF5F02E}" srcOrd="0" destOrd="0" presId="urn:microsoft.com/office/officeart/2005/8/layout/orgChart1"/>
    <dgm:cxn modelId="{24980C17-E805-F94E-9DE0-700C02DD15BD}" type="presParOf" srcId="{559141D3-DE33-F347-8A8D-B798EBDB712D}" destId="{E9262346-C641-E947-A2BA-83367BB920C5}" srcOrd="1" destOrd="0" presId="urn:microsoft.com/office/officeart/2005/8/layout/orgChart1"/>
    <dgm:cxn modelId="{A47E10B6-1FBF-344A-9230-FDC17971A9D9}" type="presParOf" srcId="{19220EED-CA6E-B14E-9041-DEB37305D6C0}" destId="{8DB20048-5695-AA46-AAF2-97C0C0CBFEB7}" srcOrd="1" destOrd="0" presId="urn:microsoft.com/office/officeart/2005/8/layout/orgChart1"/>
    <dgm:cxn modelId="{12BFE2D3-D462-F542-A44B-52358FD480C8}" type="presParOf" srcId="{19220EED-CA6E-B14E-9041-DEB37305D6C0}" destId="{0FD52DDF-4BE8-E448-AA85-B40FAED670CD}" srcOrd="2" destOrd="0" presId="urn:microsoft.com/office/officeart/2005/8/layout/orgChart1"/>
    <dgm:cxn modelId="{B4CE58DE-6016-7C4A-82C7-BAA7AC819519}" type="presParOf" srcId="{0622E928-91A3-9A43-BF86-B47926CE0719}" destId="{AA646EED-FB2E-9E47-A8A2-715AF0688567}" srcOrd="2" destOrd="0" presId="urn:microsoft.com/office/officeart/2005/8/layout/orgChart1"/>
    <dgm:cxn modelId="{AE3A2F42-89D5-4646-89CF-CA0DB4097D42}" type="presParOf" srcId="{06875C6E-5553-7345-B1FF-028CD4B2175D}" destId="{8C6F14D3-9777-0E46-A57C-9E1B33AA9653}" srcOrd="10" destOrd="0" presId="urn:microsoft.com/office/officeart/2005/8/layout/orgChart1"/>
    <dgm:cxn modelId="{AA80CF61-82D0-6948-BF93-4F4D653E97DE}" type="presParOf" srcId="{06875C6E-5553-7345-B1FF-028CD4B2175D}" destId="{D828D04D-3AA1-FE40-B03B-FB828ED4F32F}" srcOrd="11" destOrd="0" presId="urn:microsoft.com/office/officeart/2005/8/layout/orgChart1"/>
    <dgm:cxn modelId="{BDDA7A56-B367-D54A-9C1D-213DB05ABB18}" type="presParOf" srcId="{D828D04D-3AA1-FE40-B03B-FB828ED4F32F}" destId="{F3FA3786-A58B-DB49-907A-02CE48EE7426}" srcOrd="0" destOrd="0" presId="urn:microsoft.com/office/officeart/2005/8/layout/orgChart1"/>
    <dgm:cxn modelId="{7EBF97F0-9FDD-4348-8987-CF882052B055}" type="presParOf" srcId="{F3FA3786-A58B-DB49-907A-02CE48EE7426}" destId="{57340DD1-3080-E946-ACAE-08CF8BD43E99}" srcOrd="0" destOrd="0" presId="urn:microsoft.com/office/officeart/2005/8/layout/orgChart1"/>
    <dgm:cxn modelId="{4BCD66D5-07AD-2340-BCF3-3778E0826915}" type="presParOf" srcId="{F3FA3786-A58B-DB49-907A-02CE48EE7426}" destId="{132ACCA4-4241-0648-A01E-6A57196AFB07}" srcOrd="1" destOrd="0" presId="urn:microsoft.com/office/officeart/2005/8/layout/orgChart1"/>
    <dgm:cxn modelId="{AAF958CC-B1E3-4446-BB41-754CEB9D7FA4}" type="presParOf" srcId="{D828D04D-3AA1-FE40-B03B-FB828ED4F32F}" destId="{003AE075-459B-274A-87F1-F9B19D08D9BA}" srcOrd="1" destOrd="0" presId="urn:microsoft.com/office/officeart/2005/8/layout/orgChart1"/>
    <dgm:cxn modelId="{FBE4DB49-EF10-1148-82A5-DA9570D86513}" type="presParOf" srcId="{003AE075-459B-274A-87F1-F9B19D08D9BA}" destId="{76D540AB-236C-CF40-85F1-00FAEB96D077}" srcOrd="0" destOrd="0" presId="urn:microsoft.com/office/officeart/2005/8/layout/orgChart1"/>
    <dgm:cxn modelId="{D76CCE3E-3AC6-824E-94BE-55761AE9D41E}" type="presParOf" srcId="{003AE075-459B-274A-87F1-F9B19D08D9BA}" destId="{1E372D5D-C3D0-E64F-80CA-459970C93A10}" srcOrd="1" destOrd="0" presId="urn:microsoft.com/office/officeart/2005/8/layout/orgChart1"/>
    <dgm:cxn modelId="{7DD5594C-C125-5D44-B3F7-870A26A00BD5}" type="presParOf" srcId="{1E372D5D-C3D0-E64F-80CA-459970C93A10}" destId="{A67C9299-DB0C-5F46-B8AE-63059F767A38}" srcOrd="0" destOrd="0" presId="urn:microsoft.com/office/officeart/2005/8/layout/orgChart1"/>
    <dgm:cxn modelId="{31C3155E-1837-F941-867E-163E8CF4663A}" type="presParOf" srcId="{A67C9299-DB0C-5F46-B8AE-63059F767A38}" destId="{B01D1C1C-A239-BA4A-B128-2CEBD2F5B788}" srcOrd="0" destOrd="0" presId="urn:microsoft.com/office/officeart/2005/8/layout/orgChart1"/>
    <dgm:cxn modelId="{B991CA38-2D08-CA4B-A112-C241A8A8E06D}" type="presParOf" srcId="{A67C9299-DB0C-5F46-B8AE-63059F767A38}" destId="{63F1FC69-B70A-AE42-85D1-0AB4FA2087E8}" srcOrd="1" destOrd="0" presId="urn:microsoft.com/office/officeart/2005/8/layout/orgChart1"/>
    <dgm:cxn modelId="{50B63C72-16E5-6845-915F-18F37EDED0B6}" type="presParOf" srcId="{1E372D5D-C3D0-E64F-80CA-459970C93A10}" destId="{6F519575-92DE-4646-A96B-52D077C1AEC0}" srcOrd="1" destOrd="0" presId="urn:microsoft.com/office/officeart/2005/8/layout/orgChart1"/>
    <dgm:cxn modelId="{5D6165B3-F742-3F47-A9BC-43EC72703A6E}" type="presParOf" srcId="{1E372D5D-C3D0-E64F-80CA-459970C93A10}" destId="{5B2D35AA-E1CE-AE47-A0D8-FCCD4997B49E}" srcOrd="2" destOrd="0" presId="urn:microsoft.com/office/officeart/2005/8/layout/orgChart1"/>
    <dgm:cxn modelId="{BC264A0B-1ED3-3744-BB21-1DF45594DA8B}" type="presParOf" srcId="{003AE075-459B-274A-87F1-F9B19D08D9BA}" destId="{24075661-CE3E-8644-8CA5-DB2858285C07}" srcOrd="2" destOrd="0" presId="urn:microsoft.com/office/officeart/2005/8/layout/orgChart1"/>
    <dgm:cxn modelId="{C6D3C835-0168-9942-8486-14C820C9AAD8}" type="presParOf" srcId="{003AE075-459B-274A-87F1-F9B19D08D9BA}" destId="{A43697A6-541C-D748-AB82-8C8184F939EF}" srcOrd="3" destOrd="0" presId="urn:microsoft.com/office/officeart/2005/8/layout/orgChart1"/>
    <dgm:cxn modelId="{1B0D70EF-F95C-AD4F-A268-27BB6C034A64}" type="presParOf" srcId="{A43697A6-541C-D748-AB82-8C8184F939EF}" destId="{01D53248-BD78-4F48-A7E7-B6FC2F4BBE1D}" srcOrd="0" destOrd="0" presId="urn:microsoft.com/office/officeart/2005/8/layout/orgChart1"/>
    <dgm:cxn modelId="{78E0FDCC-9BAE-2645-8E05-69D1E491E295}" type="presParOf" srcId="{01D53248-BD78-4F48-A7E7-B6FC2F4BBE1D}" destId="{5208367F-1E67-054B-B5CA-B1A29466C1B7}" srcOrd="0" destOrd="0" presId="urn:microsoft.com/office/officeart/2005/8/layout/orgChart1"/>
    <dgm:cxn modelId="{CE45AD82-A710-AE47-8648-28D30959D48E}" type="presParOf" srcId="{01D53248-BD78-4F48-A7E7-B6FC2F4BBE1D}" destId="{A4531C4A-2BF1-6146-B441-5FB078D8DBB2}" srcOrd="1" destOrd="0" presId="urn:microsoft.com/office/officeart/2005/8/layout/orgChart1"/>
    <dgm:cxn modelId="{9E8B6C4E-9C31-A246-95F6-F76B58D81A36}" type="presParOf" srcId="{A43697A6-541C-D748-AB82-8C8184F939EF}" destId="{935D3849-DC9F-FA48-A5B2-F877F470BAE1}" srcOrd="1" destOrd="0" presId="urn:microsoft.com/office/officeart/2005/8/layout/orgChart1"/>
    <dgm:cxn modelId="{1883659B-B759-004C-9DC7-404A60D4654B}" type="presParOf" srcId="{A43697A6-541C-D748-AB82-8C8184F939EF}" destId="{745956A5-BDE7-B84E-AD2E-FD0121483313}" srcOrd="2" destOrd="0" presId="urn:microsoft.com/office/officeart/2005/8/layout/orgChart1"/>
    <dgm:cxn modelId="{7ED6779B-71DE-3E4A-8D96-857AEBE3E1B3}" type="presParOf" srcId="{003AE075-459B-274A-87F1-F9B19D08D9BA}" destId="{B1709B71-D254-9048-BD6F-88620B293FF2}" srcOrd="4" destOrd="0" presId="urn:microsoft.com/office/officeart/2005/8/layout/orgChart1"/>
    <dgm:cxn modelId="{0DA825A6-C0CA-1E4B-ADF9-81860C31E43A}" type="presParOf" srcId="{003AE075-459B-274A-87F1-F9B19D08D9BA}" destId="{91C88B06-7A07-974A-8E8D-54E3BF517C3E}" srcOrd="5" destOrd="0" presId="urn:microsoft.com/office/officeart/2005/8/layout/orgChart1"/>
    <dgm:cxn modelId="{D6044981-8158-2E47-98CE-50D83494409C}" type="presParOf" srcId="{91C88B06-7A07-974A-8E8D-54E3BF517C3E}" destId="{1F92BFAF-790B-1D4B-BFE0-ADF3739BEB3C}" srcOrd="0" destOrd="0" presId="urn:microsoft.com/office/officeart/2005/8/layout/orgChart1"/>
    <dgm:cxn modelId="{D1BC3118-7DE7-3549-B270-33506DADEECD}" type="presParOf" srcId="{1F92BFAF-790B-1D4B-BFE0-ADF3739BEB3C}" destId="{1CDB0121-1B51-7C43-A340-45C5623B1F67}" srcOrd="0" destOrd="0" presId="urn:microsoft.com/office/officeart/2005/8/layout/orgChart1"/>
    <dgm:cxn modelId="{7DEB83A4-F882-8549-997F-0C9A707BBE9D}" type="presParOf" srcId="{1F92BFAF-790B-1D4B-BFE0-ADF3739BEB3C}" destId="{847FB5A4-CC29-0048-8B7E-01EE3B3F94A7}" srcOrd="1" destOrd="0" presId="urn:microsoft.com/office/officeart/2005/8/layout/orgChart1"/>
    <dgm:cxn modelId="{EA2FA085-7992-9645-BF89-C3E1F0A2E3A7}" type="presParOf" srcId="{91C88B06-7A07-974A-8E8D-54E3BF517C3E}" destId="{98423AA2-5AE6-454B-A6FB-DB7474017DCE}" srcOrd="1" destOrd="0" presId="urn:microsoft.com/office/officeart/2005/8/layout/orgChart1"/>
    <dgm:cxn modelId="{17334BF0-BAB6-7E43-9ED0-8C490910DA48}" type="presParOf" srcId="{91C88B06-7A07-974A-8E8D-54E3BF517C3E}" destId="{8DDC7AE9-4138-0041-9225-67FACBC8F1D1}" srcOrd="2" destOrd="0" presId="urn:microsoft.com/office/officeart/2005/8/layout/orgChart1"/>
    <dgm:cxn modelId="{DDA55709-A4B9-8144-A1B7-9405D146B759}" type="presParOf" srcId="{D828D04D-3AA1-FE40-B03B-FB828ED4F32F}" destId="{6758EC4F-872E-AA46-8449-219C91682560}" srcOrd="2" destOrd="0" presId="urn:microsoft.com/office/officeart/2005/8/layout/orgChart1"/>
    <dgm:cxn modelId="{07293B4D-3FFC-E544-A678-0FAD3D89A398}" type="presParOf" srcId="{1D725428-EA70-2147-B72F-CCEEF9DF6810}" destId="{591405B4-4EFC-3D4B-A911-9A5535C0E8B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09B71-D254-9048-BD6F-88620B293FF2}">
      <dsp:nvSpPr>
        <dsp:cNvPr id="0" name=""/>
        <dsp:cNvSpPr/>
      </dsp:nvSpPr>
      <dsp:spPr>
        <a:xfrm>
          <a:off x="10261540" y="1023281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075661-CE3E-8644-8CA5-DB2858285C07}">
      <dsp:nvSpPr>
        <dsp:cNvPr id="0" name=""/>
        <dsp:cNvSpPr/>
      </dsp:nvSpPr>
      <dsp:spPr>
        <a:xfrm>
          <a:off x="10261540" y="1023281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540AB-236C-CF40-85F1-00FAEB96D077}">
      <dsp:nvSpPr>
        <dsp:cNvPr id="0" name=""/>
        <dsp:cNvSpPr/>
      </dsp:nvSpPr>
      <dsp:spPr>
        <a:xfrm>
          <a:off x="10261540" y="1023281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6F14D3-9777-0E46-A57C-9E1B33AA9653}">
      <dsp:nvSpPr>
        <dsp:cNvPr id="0" name=""/>
        <dsp:cNvSpPr/>
      </dsp:nvSpPr>
      <dsp:spPr>
        <a:xfrm>
          <a:off x="5503732" y="438338"/>
          <a:ext cx="5087352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5087352" y="86505"/>
              </a:lnTo>
              <a:lnTo>
                <a:pt x="5087352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0A01A-D22D-7041-8A65-6969109BBD78}">
      <dsp:nvSpPr>
        <dsp:cNvPr id="0" name=""/>
        <dsp:cNvSpPr/>
      </dsp:nvSpPr>
      <dsp:spPr>
        <a:xfrm>
          <a:off x="8803303" y="1023281"/>
          <a:ext cx="996873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996873" y="86505"/>
              </a:lnTo>
              <a:lnTo>
                <a:pt x="996873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050C65-87AC-4D46-89DE-586E8BA2CACD}">
      <dsp:nvSpPr>
        <dsp:cNvPr id="0" name=""/>
        <dsp:cNvSpPr/>
      </dsp:nvSpPr>
      <dsp:spPr>
        <a:xfrm>
          <a:off x="8757583" y="1023281"/>
          <a:ext cx="91440" cy="17301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F15FBD-5A53-224F-A81D-4FDE2B32BE43}">
      <dsp:nvSpPr>
        <dsp:cNvPr id="0" name=""/>
        <dsp:cNvSpPr/>
      </dsp:nvSpPr>
      <dsp:spPr>
        <a:xfrm>
          <a:off x="7806429" y="1608223"/>
          <a:ext cx="996873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996873" y="86505"/>
              </a:lnTo>
              <a:lnTo>
                <a:pt x="996873" y="1730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7DCE7-56BF-B841-819A-0AD917B85D1D}">
      <dsp:nvSpPr>
        <dsp:cNvPr id="0" name=""/>
        <dsp:cNvSpPr/>
      </dsp:nvSpPr>
      <dsp:spPr>
        <a:xfrm>
          <a:off x="7476883" y="2193166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17290-E46A-094B-94FC-C02F3D6D1D16}">
      <dsp:nvSpPr>
        <dsp:cNvPr id="0" name=""/>
        <dsp:cNvSpPr/>
      </dsp:nvSpPr>
      <dsp:spPr>
        <a:xfrm>
          <a:off x="7476883" y="2193166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047D70-2DF7-7D44-AE90-5FCF8CAD6226}">
      <dsp:nvSpPr>
        <dsp:cNvPr id="0" name=""/>
        <dsp:cNvSpPr/>
      </dsp:nvSpPr>
      <dsp:spPr>
        <a:xfrm>
          <a:off x="7760709" y="1608223"/>
          <a:ext cx="91440" cy="17301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0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14C10-C17D-294C-944C-378345703CBB}">
      <dsp:nvSpPr>
        <dsp:cNvPr id="0" name=""/>
        <dsp:cNvSpPr/>
      </dsp:nvSpPr>
      <dsp:spPr>
        <a:xfrm>
          <a:off x="6480010" y="2193166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90519F-32A6-6A49-BC83-131799752B26}">
      <dsp:nvSpPr>
        <dsp:cNvPr id="0" name=""/>
        <dsp:cNvSpPr/>
      </dsp:nvSpPr>
      <dsp:spPr>
        <a:xfrm>
          <a:off x="6480010" y="2193166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4984BC-1D39-AF45-95C8-87E956519B54}">
      <dsp:nvSpPr>
        <dsp:cNvPr id="0" name=""/>
        <dsp:cNvSpPr/>
      </dsp:nvSpPr>
      <dsp:spPr>
        <a:xfrm>
          <a:off x="6809555" y="1608223"/>
          <a:ext cx="996873" cy="173011"/>
        </a:xfrm>
        <a:custGeom>
          <a:avLst/>
          <a:gdLst/>
          <a:ahLst/>
          <a:cxnLst/>
          <a:rect l="0" t="0" r="0" b="0"/>
          <a:pathLst>
            <a:path>
              <a:moveTo>
                <a:pt x="996873" y="0"/>
              </a:moveTo>
              <a:lnTo>
                <a:pt x="996873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A6D65-D8E2-D946-90DE-24AD0FBD52CE}">
      <dsp:nvSpPr>
        <dsp:cNvPr id="0" name=""/>
        <dsp:cNvSpPr/>
      </dsp:nvSpPr>
      <dsp:spPr>
        <a:xfrm>
          <a:off x="7806429" y="1023281"/>
          <a:ext cx="996873" cy="173011"/>
        </a:xfrm>
        <a:custGeom>
          <a:avLst/>
          <a:gdLst/>
          <a:ahLst/>
          <a:cxnLst/>
          <a:rect l="0" t="0" r="0" b="0"/>
          <a:pathLst>
            <a:path>
              <a:moveTo>
                <a:pt x="996873" y="0"/>
              </a:moveTo>
              <a:lnTo>
                <a:pt x="996873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BF1F83-125E-ED46-B706-6114F7D73813}">
      <dsp:nvSpPr>
        <dsp:cNvPr id="0" name=""/>
        <dsp:cNvSpPr/>
      </dsp:nvSpPr>
      <dsp:spPr>
        <a:xfrm>
          <a:off x="5503732" y="438338"/>
          <a:ext cx="3299570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3299570" y="86505"/>
              </a:lnTo>
              <a:lnTo>
                <a:pt x="3299570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CC437-8B11-6C45-8E10-81A55CB14516}">
      <dsp:nvSpPr>
        <dsp:cNvPr id="0" name=""/>
        <dsp:cNvSpPr/>
      </dsp:nvSpPr>
      <dsp:spPr>
        <a:xfrm>
          <a:off x="5277170" y="1608223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5207C-C519-4E46-9CC7-1A5962C4EF32}">
      <dsp:nvSpPr>
        <dsp:cNvPr id="0" name=""/>
        <dsp:cNvSpPr/>
      </dsp:nvSpPr>
      <dsp:spPr>
        <a:xfrm>
          <a:off x="5277170" y="1608223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CF3CE-B3B5-D14A-AEF6-9B1D947AEE2D}">
      <dsp:nvSpPr>
        <dsp:cNvPr id="0" name=""/>
        <dsp:cNvSpPr/>
      </dsp:nvSpPr>
      <dsp:spPr>
        <a:xfrm>
          <a:off x="5108278" y="1023281"/>
          <a:ext cx="498436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498436" y="86505"/>
              </a:lnTo>
              <a:lnTo>
                <a:pt x="498436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FCE82-99C8-B14F-A8EA-28D4E87E57C4}">
      <dsp:nvSpPr>
        <dsp:cNvPr id="0" name=""/>
        <dsp:cNvSpPr/>
      </dsp:nvSpPr>
      <dsp:spPr>
        <a:xfrm>
          <a:off x="4280296" y="1608223"/>
          <a:ext cx="123579" cy="213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3804"/>
              </a:lnTo>
              <a:lnTo>
                <a:pt x="123579" y="21338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F600D-AFF0-D24E-B311-3763AB510B5E}">
      <dsp:nvSpPr>
        <dsp:cNvPr id="0" name=""/>
        <dsp:cNvSpPr/>
      </dsp:nvSpPr>
      <dsp:spPr>
        <a:xfrm>
          <a:off x="4280296" y="1608223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2C931-C555-7444-BF30-BC881ED59F00}">
      <dsp:nvSpPr>
        <dsp:cNvPr id="0" name=""/>
        <dsp:cNvSpPr/>
      </dsp:nvSpPr>
      <dsp:spPr>
        <a:xfrm>
          <a:off x="4280296" y="1608223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46B81-AAA9-124E-8FC3-E3F9864FB3C3}">
      <dsp:nvSpPr>
        <dsp:cNvPr id="0" name=""/>
        <dsp:cNvSpPr/>
      </dsp:nvSpPr>
      <dsp:spPr>
        <a:xfrm>
          <a:off x="4280296" y="1608223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85BD44-4ADA-074E-B35A-983EDFF7598B}">
      <dsp:nvSpPr>
        <dsp:cNvPr id="0" name=""/>
        <dsp:cNvSpPr/>
      </dsp:nvSpPr>
      <dsp:spPr>
        <a:xfrm>
          <a:off x="4609841" y="1023281"/>
          <a:ext cx="498436" cy="173011"/>
        </a:xfrm>
        <a:custGeom>
          <a:avLst/>
          <a:gdLst/>
          <a:ahLst/>
          <a:cxnLst/>
          <a:rect l="0" t="0" r="0" b="0"/>
          <a:pathLst>
            <a:path>
              <a:moveTo>
                <a:pt x="498436" y="0"/>
              </a:moveTo>
              <a:lnTo>
                <a:pt x="498436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40D62-AE02-1049-8375-EAB18D784CC7}">
      <dsp:nvSpPr>
        <dsp:cNvPr id="0" name=""/>
        <dsp:cNvSpPr/>
      </dsp:nvSpPr>
      <dsp:spPr>
        <a:xfrm>
          <a:off x="5108278" y="438338"/>
          <a:ext cx="395454" cy="173011"/>
        </a:xfrm>
        <a:custGeom>
          <a:avLst/>
          <a:gdLst/>
          <a:ahLst/>
          <a:cxnLst/>
          <a:rect l="0" t="0" r="0" b="0"/>
          <a:pathLst>
            <a:path>
              <a:moveTo>
                <a:pt x="395454" y="0"/>
              </a:moveTo>
              <a:lnTo>
                <a:pt x="395454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2A6C8-EF7C-984B-AA1C-13FDB0F99D07}">
      <dsp:nvSpPr>
        <dsp:cNvPr id="0" name=""/>
        <dsp:cNvSpPr/>
      </dsp:nvSpPr>
      <dsp:spPr>
        <a:xfrm>
          <a:off x="3283422" y="1608223"/>
          <a:ext cx="123579" cy="213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3804"/>
              </a:lnTo>
              <a:lnTo>
                <a:pt x="123579" y="21338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373C30-006F-4C4E-9800-DECC5084CF5A}">
      <dsp:nvSpPr>
        <dsp:cNvPr id="0" name=""/>
        <dsp:cNvSpPr/>
      </dsp:nvSpPr>
      <dsp:spPr>
        <a:xfrm>
          <a:off x="3283422" y="1608223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EB6DE-3E94-A940-B2B5-1C3CD39CC0F3}">
      <dsp:nvSpPr>
        <dsp:cNvPr id="0" name=""/>
        <dsp:cNvSpPr/>
      </dsp:nvSpPr>
      <dsp:spPr>
        <a:xfrm>
          <a:off x="3283422" y="1608223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4BA296-48CC-7E4E-9D27-46FF5DF7CCC5}">
      <dsp:nvSpPr>
        <dsp:cNvPr id="0" name=""/>
        <dsp:cNvSpPr/>
      </dsp:nvSpPr>
      <dsp:spPr>
        <a:xfrm>
          <a:off x="3283422" y="1608223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1A8D9-ADF7-D44C-82D3-35B0F8AD7E08}">
      <dsp:nvSpPr>
        <dsp:cNvPr id="0" name=""/>
        <dsp:cNvSpPr/>
      </dsp:nvSpPr>
      <dsp:spPr>
        <a:xfrm>
          <a:off x="3114530" y="1023281"/>
          <a:ext cx="498436" cy="17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05"/>
              </a:lnTo>
              <a:lnTo>
                <a:pt x="498436" y="86505"/>
              </a:lnTo>
              <a:lnTo>
                <a:pt x="498436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42F223-029B-CD44-AB9C-4A63411FDB82}">
      <dsp:nvSpPr>
        <dsp:cNvPr id="0" name=""/>
        <dsp:cNvSpPr/>
      </dsp:nvSpPr>
      <dsp:spPr>
        <a:xfrm>
          <a:off x="2286548" y="1608223"/>
          <a:ext cx="123579" cy="4473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3574"/>
              </a:lnTo>
              <a:lnTo>
                <a:pt x="123579" y="44735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3EECD-0D36-824F-8F10-AD4549675204}">
      <dsp:nvSpPr>
        <dsp:cNvPr id="0" name=""/>
        <dsp:cNvSpPr/>
      </dsp:nvSpPr>
      <dsp:spPr>
        <a:xfrm>
          <a:off x="2286548" y="1608223"/>
          <a:ext cx="123579" cy="3888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632"/>
              </a:lnTo>
              <a:lnTo>
                <a:pt x="123579" y="388863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B3B60-D4D7-5F4A-AA5C-C31700B7621C}">
      <dsp:nvSpPr>
        <dsp:cNvPr id="0" name=""/>
        <dsp:cNvSpPr/>
      </dsp:nvSpPr>
      <dsp:spPr>
        <a:xfrm>
          <a:off x="2286548" y="1608223"/>
          <a:ext cx="123579" cy="3303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3689"/>
              </a:lnTo>
              <a:lnTo>
                <a:pt x="123579" y="330368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A97BF-9ACF-974A-BE1A-E4B665FA674C}">
      <dsp:nvSpPr>
        <dsp:cNvPr id="0" name=""/>
        <dsp:cNvSpPr/>
      </dsp:nvSpPr>
      <dsp:spPr>
        <a:xfrm>
          <a:off x="2286548" y="1608223"/>
          <a:ext cx="123579" cy="2718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8747"/>
              </a:lnTo>
              <a:lnTo>
                <a:pt x="123579" y="271874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83609-6D99-744C-A3BD-85800ED36E62}">
      <dsp:nvSpPr>
        <dsp:cNvPr id="0" name=""/>
        <dsp:cNvSpPr/>
      </dsp:nvSpPr>
      <dsp:spPr>
        <a:xfrm>
          <a:off x="2286548" y="1608223"/>
          <a:ext cx="123579" cy="213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3804"/>
              </a:lnTo>
              <a:lnTo>
                <a:pt x="123579" y="21338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1731B-F732-DB42-85A2-3FE05B9D91AC}">
      <dsp:nvSpPr>
        <dsp:cNvPr id="0" name=""/>
        <dsp:cNvSpPr/>
      </dsp:nvSpPr>
      <dsp:spPr>
        <a:xfrm>
          <a:off x="2286548" y="1608223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915C4-1798-EF43-810A-5FA56FE7B87F}">
      <dsp:nvSpPr>
        <dsp:cNvPr id="0" name=""/>
        <dsp:cNvSpPr/>
      </dsp:nvSpPr>
      <dsp:spPr>
        <a:xfrm>
          <a:off x="2286548" y="1608223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4993F7-AB20-EB4E-B6DD-C0C281F42651}">
      <dsp:nvSpPr>
        <dsp:cNvPr id="0" name=""/>
        <dsp:cNvSpPr/>
      </dsp:nvSpPr>
      <dsp:spPr>
        <a:xfrm>
          <a:off x="2286548" y="1608223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7116B-BF38-3E45-B63C-0CB6047BC8CE}">
      <dsp:nvSpPr>
        <dsp:cNvPr id="0" name=""/>
        <dsp:cNvSpPr/>
      </dsp:nvSpPr>
      <dsp:spPr>
        <a:xfrm>
          <a:off x="2616093" y="1023281"/>
          <a:ext cx="498436" cy="173011"/>
        </a:xfrm>
        <a:custGeom>
          <a:avLst/>
          <a:gdLst/>
          <a:ahLst/>
          <a:cxnLst/>
          <a:rect l="0" t="0" r="0" b="0"/>
          <a:pathLst>
            <a:path>
              <a:moveTo>
                <a:pt x="498436" y="0"/>
              </a:moveTo>
              <a:lnTo>
                <a:pt x="498436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8579D4-2766-8144-B787-A41374E35863}">
      <dsp:nvSpPr>
        <dsp:cNvPr id="0" name=""/>
        <dsp:cNvSpPr/>
      </dsp:nvSpPr>
      <dsp:spPr>
        <a:xfrm>
          <a:off x="3114530" y="438338"/>
          <a:ext cx="2389202" cy="173011"/>
        </a:xfrm>
        <a:custGeom>
          <a:avLst/>
          <a:gdLst/>
          <a:ahLst/>
          <a:cxnLst/>
          <a:rect l="0" t="0" r="0" b="0"/>
          <a:pathLst>
            <a:path>
              <a:moveTo>
                <a:pt x="2389202" y="0"/>
              </a:moveTo>
              <a:lnTo>
                <a:pt x="2389202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0A339-7B1F-1C44-8D17-F92085948CCC}">
      <dsp:nvSpPr>
        <dsp:cNvPr id="0" name=""/>
        <dsp:cNvSpPr/>
      </dsp:nvSpPr>
      <dsp:spPr>
        <a:xfrm>
          <a:off x="1083708" y="1023281"/>
          <a:ext cx="123579" cy="5058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8517"/>
              </a:lnTo>
              <a:lnTo>
                <a:pt x="123579" y="505851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337F8-5720-B041-9D3B-7EEB65C898C6}">
      <dsp:nvSpPr>
        <dsp:cNvPr id="0" name=""/>
        <dsp:cNvSpPr/>
      </dsp:nvSpPr>
      <dsp:spPr>
        <a:xfrm>
          <a:off x="1083708" y="1023281"/>
          <a:ext cx="123579" cy="4473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3574"/>
              </a:lnTo>
              <a:lnTo>
                <a:pt x="123579" y="447357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02E2A-3FEE-7749-AD14-8575444AD77C}">
      <dsp:nvSpPr>
        <dsp:cNvPr id="0" name=""/>
        <dsp:cNvSpPr/>
      </dsp:nvSpPr>
      <dsp:spPr>
        <a:xfrm>
          <a:off x="1083708" y="1023281"/>
          <a:ext cx="123579" cy="3888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8632"/>
              </a:lnTo>
              <a:lnTo>
                <a:pt x="123579" y="388863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74550-FFF8-8C4D-A0D8-ECD9B49B5CC1}">
      <dsp:nvSpPr>
        <dsp:cNvPr id="0" name=""/>
        <dsp:cNvSpPr/>
      </dsp:nvSpPr>
      <dsp:spPr>
        <a:xfrm>
          <a:off x="1083708" y="1023281"/>
          <a:ext cx="123579" cy="3303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3689"/>
              </a:lnTo>
              <a:lnTo>
                <a:pt x="123579" y="33036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13A5F-70EF-C34F-970E-11EA8DE2F94B}">
      <dsp:nvSpPr>
        <dsp:cNvPr id="0" name=""/>
        <dsp:cNvSpPr/>
      </dsp:nvSpPr>
      <dsp:spPr>
        <a:xfrm>
          <a:off x="1083708" y="1023281"/>
          <a:ext cx="123579" cy="2718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8747"/>
              </a:lnTo>
              <a:lnTo>
                <a:pt x="123579" y="271874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7B779-0F03-8643-8B77-D6750FA8B7B2}">
      <dsp:nvSpPr>
        <dsp:cNvPr id="0" name=""/>
        <dsp:cNvSpPr/>
      </dsp:nvSpPr>
      <dsp:spPr>
        <a:xfrm>
          <a:off x="1083708" y="1023281"/>
          <a:ext cx="123579" cy="213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3804"/>
              </a:lnTo>
              <a:lnTo>
                <a:pt x="123579" y="21338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263122-1846-454E-A53A-34FE815852C0}">
      <dsp:nvSpPr>
        <dsp:cNvPr id="0" name=""/>
        <dsp:cNvSpPr/>
      </dsp:nvSpPr>
      <dsp:spPr>
        <a:xfrm>
          <a:off x="1083708" y="1023281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28AE0-3883-3247-98ED-45B450CD9C3C}">
      <dsp:nvSpPr>
        <dsp:cNvPr id="0" name=""/>
        <dsp:cNvSpPr/>
      </dsp:nvSpPr>
      <dsp:spPr>
        <a:xfrm>
          <a:off x="1083708" y="1023281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86CE6-AACD-5645-A6BB-917ADD63444A}">
      <dsp:nvSpPr>
        <dsp:cNvPr id="0" name=""/>
        <dsp:cNvSpPr/>
      </dsp:nvSpPr>
      <dsp:spPr>
        <a:xfrm>
          <a:off x="1083708" y="1023281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0F774-1F54-5044-BE50-34BCCFE9A255}">
      <dsp:nvSpPr>
        <dsp:cNvPr id="0" name=""/>
        <dsp:cNvSpPr/>
      </dsp:nvSpPr>
      <dsp:spPr>
        <a:xfrm>
          <a:off x="1413254" y="438338"/>
          <a:ext cx="4090478" cy="173011"/>
        </a:xfrm>
        <a:custGeom>
          <a:avLst/>
          <a:gdLst/>
          <a:ahLst/>
          <a:cxnLst/>
          <a:rect l="0" t="0" r="0" b="0"/>
          <a:pathLst>
            <a:path>
              <a:moveTo>
                <a:pt x="4090478" y="0"/>
              </a:moveTo>
              <a:lnTo>
                <a:pt x="4090478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FD5995-C4D5-D34E-BCDB-3C9A8638D790}">
      <dsp:nvSpPr>
        <dsp:cNvPr id="0" name=""/>
        <dsp:cNvSpPr/>
      </dsp:nvSpPr>
      <dsp:spPr>
        <a:xfrm>
          <a:off x="86834" y="1023281"/>
          <a:ext cx="123579" cy="1548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8862"/>
              </a:lnTo>
              <a:lnTo>
                <a:pt x="123579" y="154886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9BD4BA-B6CE-A747-BA52-B4BA3F3FBAFA}">
      <dsp:nvSpPr>
        <dsp:cNvPr id="0" name=""/>
        <dsp:cNvSpPr/>
      </dsp:nvSpPr>
      <dsp:spPr>
        <a:xfrm>
          <a:off x="86834" y="1023281"/>
          <a:ext cx="123579" cy="96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3919"/>
              </a:lnTo>
              <a:lnTo>
                <a:pt x="123579" y="96391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813731-1BE3-0748-89F5-754535518510}">
      <dsp:nvSpPr>
        <dsp:cNvPr id="0" name=""/>
        <dsp:cNvSpPr/>
      </dsp:nvSpPr>
      <dsp:spPr>
        <a:xfrm>
          <a:off x="86834" y="1023281"/>
          <a:ext cx="123579" cy="378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976"/>
              </a:lnTo>
              <a:lnTo>
                <a:pt x="123579" y="37897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B21868-B9EB-B844-9EA5-3FD2144664F5}">
      <dsp:nvSpPr>
        <dsp:cNvPr id="0" name=""/>
        <dsp:cNvSpPr/>
      </dsp:nvSpPr>
      <dsp:spPr>
        <a:xfrm>
          <a:off x="416380" y="438338"/>
          <a:ext cx="5087352" cy="173011"/>
        </a:xfrm>
        <a:custGeom>
          <a:avLst/>
          <a:gdLst/>
          <a:ahLst/>
          <a:cxnLst/>
          <a:rect l="0" t="0" r="0" b="0"/>
          <a:pathLst>
            <a:path>
              <a:moveTo>
                <a:pt x="5087352" y="0"/>
              </a:moveTo>
              <a:lnTo>
                <a:pt x="5087352" y="86505"/>
              </a:lnTo>
              <a:lnTo>
                <a:pt x="0" y="86505"/>
              </a:lnTo>
              <a:lnTo>
                <a:pt x="0" y="1730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9E53C9-041C-214E-AF05-C1EC5FA9867E}">
      <dsp:nvSpPr>
        <dsp:cNvPr id="0" name=""/>
        <dsp:cNvSpPr/>
      </dsp:nvSpPr>
      <dsp:spPr>
        <a:xfrm>
          <a:off x="5091801" y="26407"/>
          <a:ext cx="823862" cy="411931"/>
        </a:xfrm>
        <a:prstGeom prst="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Cuentas contables: normatividad y conceptos generales</a:t>
          </a:r>
        </a:p>
      </dsp:txBody>
      <dsp:txXfrm>
        <a:off x="5091801" y="26407"/>
        <a:ext cx="823862" cy="411931"/>
      </dsp:txXfrm>
    </dsp:sp>
    <dsp:sp modelId="{82FF15B1-F984-774B-A4E1-6A8DC81D7D66}">
      <dsp:nvSpPr>
        <dsp:cNvPr id="0" name=""/>
        <dsp:cNvSpPr/>
      </dsp:nvSpPr>
      <dsp:spPr>
        <a:xfrm>
          <a:off x="4448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Normatividad en Colombia</a:t>
          </a:r>
        </a:p>
      </dsp:txBody>
      <dsp:txXfrm>
        <a:off x="4448" y="611350"/>
        <a:ext cx="823862" cy="411931"/>
      </dsp:txXfrm>
    </dsp:sp>
    <dsp:sp modelId="{B9C76D11-6082-2D4D-BC13-A3977F8E7C7A}">
      <dsp:nvSpPr>
        <dsp:cNvPr id="0" name=""/>
        <dsp:cNvSpPr/>
      </dsp:nvSpPr>
      <dsp:spPr>
        <a:xfrm>
          <a:off x="210414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Decreto 2649 de 1993</a:t>
          </a:r>
        </a:p>
      </dsp:txBody>
      <dsp:txXfrm>
        <a:off x="210414" y="1196292"/>
        <a:ext cx="823862" cy="411931"/>
      </dsp:txXfrm>
    </dsp:sp>
    <dsp:sp modelId="{8E623262-5757-BC43-A2EC-9848D7B0A104}">
      <dsp:nvSpPr>
        <dsp:cNvPr id="0" name=""/>
        <dsp:cNvSpPr/>
      </dsp:nvSpPr>
      <dsp:spPr>
        <a:xfrm>
          <a:off x="210414" y="1781235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Decreto 2650 de 1993</a:t>
          </a:r>
        </a:p>
      </dsp:txBody>
      <dsp:txXfrm>
        <a:off x="210414" y="1781235"/>
        <a:ext cx="823862" cy="411931"/>
      </dsp:txXfrm>
    </dsp:sp>
    <dsp:sp modelId="{4AE6ABEE-00B2-564C-B839-70B87558C563}">
      <dsp:nvSpPr>
        <dsp:cNvPr id="0" name=""/>
        <dsp:cNvSpPr/>
      </dsp:nvSpPr>
      <dsp:spPr>
        <a:xfrm>
          <a:off x="210414" y="2366177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Ley 43 de 1993</a:t>
          </a:r>
        </a:p>
      </dsp:txBody>
      <dsp:txXfrm>
        <a:off x="210414" y="2366177"/>
        <a:ext cx="823862" cy="411931"/>
      </dsp:txXfrm>
    </dsp:sp>
    <dsp:sp modelId="{4E78ED85-9085-834F-B859-3FADF80004F1}">
      <dsp:nvSpPr>
        <dsp:cNvPr id="0" name=""/>
        <dsp:cNvSpPr/>
      </dsp:nvSpPr>
      <dsp:spPr>
        <a:xfrm>
          <a:off x="1001322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Principios contables</a:t>
          </a:r>
        </a:p>
      </dsp:txBody>
      <dsp:txXfrm>
        <a:off x="1001322" y="611350"/>
        <a:ext cx="823862" cy="411931"/>
      </dsp:txXfrm>
    </dsp:sp>
    <dsp:sp modelId="{087DE2F9-2A04-ED41-B260-B7B2CB1F122E}">
      <dsp:nvSpPr>
        <dsp:cNvPr id="0" name=""/>
        <dsp:cNvSpPr/>
      </dsp:nvSpPr>
      <dsp:spPr>
        <a:xfrm>
          <a:off x="1207288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la entidad</a:t>
          </a:r>
        </a:p>
      </dsp:txBody>
      <dsp:txXfrm>
        <a:off x="1207288" y="1196292"/>
        <a:ext cx="823862" cy="411931"/>
      </dsp:txXfrm>
    </dsp:sp>
    <dsp:sp modelId="{6F79DB36-34D7-9242-9F91-AE3F4DE7060E}">
      <dsp:nvSpPr>
        <dsp:cNvPr id="0" name=""/>
        <dsp:cNvSpPr/>
      </dsp:nvSpPr>
      <dsp:spPr>
        <a:xfrm>
          <a:off x="1207288" y="1781235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700" b="1" kern="1200" dirty="0"/>
            <a:t>Principio del negocio en marcha</a:t>
          </a:r>
          <a:endParaRPr lang="es-ES" sz="700" kern="1200" dirty="0"/>
        </a:p>
      </dsp:txBody>
      <dsp:txXfrm>
        <a:off x="1207288" y="1781235"/>
        <a:ext cx="823862" cy="411931"/>
      </dsp:txXfrm>
    </dsp:sp>
    <dsp:sp modelId="{D7B65C47-67B3-0C4A-9683-A134CBB7054E}">
      <dsp:nvSpPr>
        <dsp:cNvPr id="0" name=""/>
        <dsp:cNvSpPr/>
      </dsp:nvSpPr>
      <dsp:spPr>
        <a:xfrm>
          <a:off x="1207288" y="2366177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700" b="1" kern="1200" dirty="0"/>
            <a:t>Principio del período contable</a:t>
          </a:r>
          <a:endParaRPr lang="es-ES" sz="700" kern="1200" dirty="0"/>
        </a:p>
      </dsp:txBody>
      <dsp:txXfrm>
        <a:off x="1207288" y="2366177"/>
        <a:ext cx="823862" cy="411931"/>
      </dsp:txXfrm>
    </dsp:sp>
    <dsp:sp modelId="{ADDCA940-942A-BA4D-9B50-949EB1807042}">
      <dsp:nvSpPr>
        <dsp:cNvPr id="0" name=""/>
        <dsp:cNvSpPr/>
      </dsp:nvSpPr>
      <dsp:spPr>
        <a:xfrm>
          <a:off x="1207288" y="2951120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enfrentamiento</a:t>
          </a:r>
        </a:p>
      </dsp:txBody>
      <dsp:txXfrm>
        <a:off x="1207288" y="2951120"/>
        <a:ext cx="823862" cy="411931"/>
      </dsp:txXfrm>
    </dsp:sp>
    <dsp:sp modelId="{0172073F-9004-0A4E-A46B-CA59CDF3B3BA}">
      <dsp:nvSpPr>
        <dsp:cNvPr id="0" name=""/>
        <dsp:cNvSpPr/>
      </dsp:nvSpPr>
      <dsp:spPr>
        <a:xfrm>
          <a:off x="1207288" y="353606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conservatismo o criterio prudencial</a:t>
          </a:r>
        </a:p>
      </dsp:txBody>
      <dsp:txXfrm>
        <a:off x="1207288" y="3536062"/>
        <a:ext cx="823862" cy="411931"/>
      </dsp:txXfrm>
    </dsp:sp>
    <dsp:sp modelId="{A700FD91-090C-774D-BE3C-2229A09C199B}">
      <dsp:nvSpPr>
        <dsp:cNvPr id="0" name=""/>
        <dsp:cNvSpPr/>
      </dsp:nvSpPr>
      <dsp:spPr>
        <a:xfrm>
          <a:off x="1207288" y="4121005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costo</a:t>
          </a:r>
        </a:p>
      </dsp:txBody>
      <dsp:txXfrm>
        <a:off x="1207288" y="4121005"/>
        <a:ext cx="823862" cy="411931"/>
      </dsp:txXfrm>
    </dsp:sp>
    <dsp:sp modelId="{F49CD44F-1016-444C-8987-B1056767E223}">
      <dsp:nvSpPr>
        <dsp:cNvPr id="0" name=""/>
        <dsp:cNvSpPr/>
      </dsp:nvSpPr>
      <dsp:spPr>
        <a:xfrm>
          <a:off x="1207288" y="4705948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revelación suficiente</a:t>
          </a:r>
        </a:p>
      </dsp:txBody>
      <dsp:txXfrm>
        <a:off x="1207288" y="4705948"/>
        <a:ext cx="823862" cy="411931"/>
      </dsp:txXfrm>
    </dsp:sp>
    <dsp:sp modelId="{25AFE104-E78A-F246-B612-8EB9BCB0BE70}">
      <dsp:nvSpPr>
        <dsp:cNvPr id="0" name=""/>
        <dsp:cNvSpPr/>
      </dsp:nvSpPr>
      <dsp:spPr>
        <a:xfrm>
          <a:off x="1207288" y="5290890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unidad monetaria</a:t>
          </a:r>
        </a:p>
      </dsp:txBody>
      <dsp:txXfrm>
        <a:off x="1207288" y="5290890"/>
        <a:ext cx="823862" cy="411931"/>
      </dsp:txXfrm>
    </dsp:sp>
    <dsp:sp modelId="{8C17CB76-B762-6644-B1AE-FDCAF1337D90}">
      <dsp:nvSpPr>
        <dsp:cNvPr id="0" name=""/>
        <dsp:cNvSpPr/>
      </dsp:nvSpPr>
      <dsp:spPr>
        <a:xfrm>
          <a:off x="1207288" y="5875833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Principio de la consistencia</a:t>
          </a:r>
        </a:p>
      </dsp:txBody>
      <dsp:txXfrm>
        <a:off x="1207288" y="5875833"/>
        <a:ext cx="823862" cy="411931"/>
      </dsp:txXfrm>
    </dsp:sp>
    <dsp:sp modelId="{1AB0BBAD-A328-F843-8E2E-28E4712E6D2A}">
      <dsp:nvSpPr>
        <dsp:cNvPr id="0" name=""/>
        <dsp:cNvSpPr/>
      </dsp:nvSpPr>
      <dsp:spPr>
        <a:xfrm>
          <a:off x="2702599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Plan único de cuentas</a:t>
          </a:r>
        </a:p>
      </dsp:txBody>
      <dsp:txXfrm>
        <a:off x="2702599" y="611350"/>
        <a:ext cx="823862" cy="411931"/>
      </dsp:txXfrm>
    </dsp:sp>
    <dsp:sp modelId="{C7B7DFD4-857C-1440-B10D-2C5DACA47FD6}">
      <dsp:nvSpPr>
        <dsp:cNvPr id="0" name=""/>
        <dsp:cNvSpPr/>
      </dsp:nvSpPr>
      <dsp:spPr>
        <a:xfrm>
          <a:off x="2204162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Estructura del PUC</a:t>
          </a:r>
        </a:p>
      </dsp:txBody>
      <dsp:txXfrm>
        <a:off x="2204162" y="1196292"/>
        <a:ext cx="823862" cy="411931"/>
      </dsp:txXfrm>
    </dsp:sp>
    <dsp:sp modelId="{62DDA8D9-7A5E-E743-BD27-F44DF0E6396F}">
      <dsp:nvSpPr>
        <dsp:cNvPr id="0" name=""/>
        <dsp:cNvSpPr/>
      </dsp:nvSpPr>
      <dsp:spPr>
        <a:xfrm>
          <a:off x="2410127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Activo</a:t>
          </a:r>
        </a:p>
      </dsp:txBody>
      <dsp:txXfrm>
        <a:off x="2410127" y="1781235"/>
        <a:ext cx="823862" cy="411931"/>
      </dsp:txXfrm>
    </dsp:sp>
    <dsp:sp modelId="{4A0E7215-0682-9242-8420-A779635EFBB7}">
      <dsp:nvSpPr>
        <dsp:cNvPr id="0" name=""/>
        <dsp:cNvSpPr/>
      </dsp:nvSpPr>
      <dsp:spPr>
        <a:xfrm>
          <a:off x="2410127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Pasivo</a:t>
          </a:r>
        </a:p>
      </dsp:txBody>
      <dsp:txXfrm>
        <a:off x="2410127" y="2366177"/>
        <a:ext cx="823862" cy="411931"/>
      </dsp:txXfrm>
    </dsp:sp>
    <dsp:sp modelId="{66EA910A-3117-6F43-966D-6B7326A8102E}">
      <dsp:nvSpPr>
        <dsp:cNvPr id="0" name=""/>
        <dsp:cNvSpPr/>
      </dsp:nvSpPr>
      <dsp:spPr>
        <a:xfrm>
          <a:off x="2410127" y="295112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Patrimonio neto</a:t>
          </a:r>
        </a:p>
      </dsp:txBody>
      <dsp:txXfrm>
        <a:off x="2410127" y="2951120"/>
        <a:ext cx="823862" cy="411931"/>
      </dsp:txXfrm>
    </dsp:sp>
    <dsp:sp modelId="{C1235C49-A896-DB40-BA1B-4B705EBE82F0}">
      <dsp:nvSpPr>
        <dsp:cNvPr id="0" name=""/>
        <dsp:cNvSpPr/>
      </dsp:nvSpPr>
      <dsp:spPr>
        <a:xfrm>
          <a:off x="2410127" y="3536062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Ingresos</a:t>
          </a:r>
        </a:p>
      </dsp:txBody>
      <dsp:txXfrm>
        <a:off x="2410127" y="3536062"/>
        <a:ext cx="823862" cy="411931"/>
      </dsp:txXfrm>
    </dsp:sp>
    <dsp:sp modelId="{59E80C7F-FC80-9C44-8D93-F2BEF16615EC}">
      <dsp:nvSpPr>
        <dsp:cNvPr id="0" name=""/>
        <dsp:cNvSpPr/>
      </dsp:nvSpPr>
      <dsp:spPr>
        <a:xfrm>
          <a:off x="2410127" y="412100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Gastos</a:t>
          </a:r>
        </a:p>
      </dsp:txBody>
      <dsp:txXfrm>
        <a:off x="2410127" y="4121005"/>
        <a:ext cx="823862" cy="411931"/>
      </dsp:txXfrm>
    </dsp:sp>
    <dsp:sp modelId="{0EDEC2F4-31B6-3843-B15E-C4E505CEB041}">
      <dsp:nvSpPr>
        <dsp:cNvPr id="0" name=""/>
        <dsp:cNvSpPr/>
      </dsp:nvSpPr>
      <dsp:spPr>
        <a:xfrm>
          <a:off x="2410127" y="4705948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Costos de ventas</a:t>
          </a:r>
        </a:p>
      </dsp:txBody>
      <dsp:txXfrm>
        <a:off x="2410127" y="4705948"/>
        <a:ext cx="823862" cy="411931"/>
      </dsp:txXfrm>
    </dsp:sp>
    <dsp:sp modelId="{BC81C28C-948D-B142-8517-B37FD9D9976D}">
      <dsp:nvSpPr>
        <dsp:cNvPr id="0" name=""/>
        <dsp:cNvSpPr/>
      </dsp:nvSpPr>
      <dsp:spPr>
        <a:xfrm>
          <a:off x="2410127" y="529089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Costos de producción</a:t>
          </a:r>
        </a:p>
      </dsp:txBody>
      <dsp:txXfrm>
        <a:off x="2410127" y="5290890"/>
        <a:ext cx="823862" cy="411931"/>
      </dsp:txXfrm>
    </dsp:sp>
    <dsp:sp modelId="{9F67B2CF-649D-044B-B5D9-766BAA477534}">
      <dsp:nvSpPr>
        <dsp:cNvPr id="0" name=""/>
        <dsp:cNvSpPr/>
      </dsp:nvSpPr>
      <dsp:spPr>
        <a:xfrm>
          <a:off x="2410127" y="5875833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Costos de operación</a:t>
          </a:r>
        </a:p>
      </dsp:txBody>
      <dsp:txXfrm>
        <a:off x="2410127" y="5875833"/>
        <a:ext cx="823862" cy="411931"/>
      </dsp:txXfrm>
    </dsp:sp>
    <dsp:sp modelId="{9D031FEB-62AC-7A4E-BDD5-FE53E6CA6C30}">
      <dsp:nvSpPr>
        <dsp:cNvPr id="0" name=""/>
        <dsp:cNvSpPr/>
      </dsp:nvSpPr>
      <dsp:spPr>
        <a:xfrm>
          <a:off x="3201036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Catálogo de cuentas</a:t>
          </a:r>
        </a:p>
      </dsp:txBody>
      <dsp:txXfrm>
        <a:off x="3201036" y="1196292"/>
        <a:ext cx="823862" cy="411931"/>
      </dsp:txXfrm>
    </dsp:sp>
    <dsp:sp modelId="{1C868272-0A38-2C4C-9A93-C005F4EC9FDF}">
      <dsp:nvSpPr>
        <dsp:cNvPr id="0" name=""/>
        <dsp:cNvSpPr/>
      </dsp:nvSpPr>
      <dsp:spPr>
        <a:xfrm>
          <a:off x="3407001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Clase: primer dígito</a:t>
          </a:r>
        </a:p>
      </dsp:txBody>
      <dsp:txXfrm>
        <a:off x="3407001" y="1781235"/>
        <a:ext cx="823862" cy="411931"/>
      </dsp:txXfrm>
    </dsp:sp>
    <dsp:sp modelId="{AAB70A5A-692D-134D-8D73-4162B1BBC059}">
      <dsp:nvSpPr>
        <dsp:cNvPr id="0" name=""/>
        <dsp:cNvSpPr/>
      </dsp:nvSpPr>
      <dsp:spPr>
        <a:xfrm>
          <a:off x="3407001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Grupo: dos primeros dígitos</a:t>
          </a:r>
        </a:p>
      </dsp:txBody>
      <dsp:txXfrm>
        <a:off x="3407001" y="2366177"/>
        <a:ext cx="823862" cy="411931"/>
      </dsp:txXfrm>
    </dsp:sp>
    <dsp:sp modelId="{45712AC0-6D61-8244-94C4-2C1E0A9E2B4A}">
      <dsp:nvSpPr>
        <dsp:cNvPr id="0" name=""/>
        <dsp:cNvSpPr/>
      </dsp:nvSpPr>
      <dsp:spPr>
        <a:xfrm>
          <a:off x="3407001" y="295112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Cuenta: cuatro primeros dígitos</a:t>
          </a:r>
        </a:p>
      </dsp:txBody>
      <dsp:txXfrm>
        <a:off x="3407001" y="2951120"/>
        <a:ext cx="823862" cy="411931"/>
      </dsp:txXfrm>
    </dsp:sp>
    <dsp:sp modelId="{78140F15-B747-4346-970B-15354C586E20}">
      <dsp:nvSpPr>
        <dsp:cNvPr id="0" name=""/>
        <dsp:cNvSpPr/>
      </dsp:nvSpPr>
      <dsp:spPr>
        <a:xfrm>
          <a:off x="3407001" y="3536062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Subcuenta: seis primeros dígitos</a:t>
          </a:r>
        </a:p>
      </dsp:txBody>
      <dsp:txXfrm>
        <a:off x="3407001" y="3536062"/>
        <a:ext cx="823862" cy="411931"/>
      </dsp:txXfrm>
    </dsp:sp>
    <dsp:sp modelId="{9926086E-F71E-3448-B989-639006BB7740}">
      <dsp:nvSpPr>
        <dsp:cNvPr id="0" name=""/>
        <dsp:cNvSpPr/>
      </dsp:nvSpPr>
      <dsp:spPr>
        <a:xfrm>
          <a:off x="4696347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Esquema de la cuenta T</a:t>
          </a:r>
        </a:p>
      </dsp:txBody>
      <dsp:txXfrm>
        <a:off x="4696347" y="611350"/>
        <a:ext cx="823862" cy="411931"/>
      </dsp:txXfrm>
    </dsp:sp>
    <dsp:sp modelId="{27815E7A-5974-A040-96F0-C4196E63F799}">
      <dsp:nvSpPr>
        <dsp:cNvPr id="0" name=""/>
        <dsp:cNvSpPr/>
      </dsp:nvSpPr>
      <dsp:spPr>
        <a:xfrm>
          <a:off x="4197910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Registro en la cuenta T</a:t>
          </a:r>
        </a:p>
      </dsp:txBody>
      <dsp:txXfrm>
        <a:off x="4197910" y="1196292"/>
        <a:ext cx="823862" cy="411931"/>
      </dsp:txXfrm>
    </dsp:sp>
    <dsp:sp modelId="{4A4CE9CB-6737-FD47-B5B9-AF543175B8BB}">
      <dsp:nvSpPr>
        <dsp:cNvPr id="0" name=""/>
        <dsp:cNvSpPr/>
      </dsp:nvSpPr>
      <dsp:spPr>
        <a:xfrm>
          <a:off x="4403875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Debitar</a:t>
          </a:r>
        </a:p>
      </dsp:txBody>
      <dsp:txXfrm>
        <a:off x="4403875" y="1781235"/>
        <a:ext cx="823862" cy="411931"/>
      </dsp:txXfrm>
    </dsp:sp>
    <dsp:sp modelId="{E1AABF2E-0662-E84D-BC15-2336AF0DC098}">
      <dsp:nvSpPr>
        <dsp:cNvPr id="0" name=""/>
        <dsp:cNvSpPr/>
      </dsp:nvSpPr>
      <dsp:spPr>
        <a:xfrm>
          <a:off x="4403875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Acreditar</a:t>
          </a:r>
        </a:p>
      </dsp:txBody>
      <dsp:txXfrm>
        <a:off x="4403875" y="2366177"/>
        <a:ext cx="823862" cy="411931"/>
      </dsp:txXfrm>
    </dsp:sp>
    <dsp:sp modelId="{AE55931F-CD10-5149-AD3B-8FA80E3E54D6}">
      <dsp:nvSpPr>
        <dsp:cNvPr id="0" name=""/>
        <dsp:cNvSpPr/>
      </dsp:nvSpPr>
      <dsp:spPr>
        <a:xfrm>
          <a:off x="4403875" y="295112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Movimiento débito</a:t>
          </a:r>
        </a:p>
      </dsp:txBody>
      <dsp:txXfrm>
        <a:off x="4403875" y="2951120"/>
        <a:ext cx="823862" cy="411931"/>
      </dsp:txXfrm>
    </dsp:sp>
    <dsp:sp modelId="{16A34988-A1B1-8E44-B4BD-A3D47FA3877A}">
      <dsp:nvSpPr>
        <dsp:cNvPr id="0" name=""/>
        <dsp:cNvSpPr/>
      </dsp:nvSpPr>
      <dsp:spPr>
        <a:xfrm>
          <a:off x="4403875" y="3536062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Movimiento crédito</a:t>
          </a:r>
        </a:p>
      </dsp:txBody>
      <dsp:txXfrm>
        <a:off x="4403875" y="3536062"/>
        <a:ext cx="823862" cy="411931"/>
      </dsp:txXfrm>
    </dsp:sp>
    <dsp:sp modelId="{5D013CFB-9DE6-8B41-A1C5-7CC4BD35F10E}">
      <dsp:nvSpPr>
        <dsp:cNvPr id="0" name=""/>
        <dsp:cNvSpPr/>
      </dsp:nvSpPr>
      <dsp:spPr>
        <a:xfrm>
          <a:off x="5194784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Saldos en la cuenta T (débito y crédito)</a:t>
          </a:r>
        </a:p>
      </dsp:txBody>
      <dsp:txXfrm>
        <a:off x="5194784" y="1196292"/>
        <a:ext cx="823862" cy="411931"/>
      </dsp:txXfrm>
    </dsp:sp>
    <dsp:sp modelId="{3CB640E6-C380-F94A-AA95-5B84A8618DBD}">
      <dsp:nvSpPr>
        <dsp:cNvPr id="0" name=""/>
        <dsp:cNvSpPr/>
      </dsp:nvSpPr>
      <dsp:spPr>
        <a:xfrm>
          <a:off x="5400749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Saldo débito</a:t>
          </a:r>
        </a:p>
      </dsp:txBody>
      <dsp:txXfrm>
        <a:off x="5400749" y="1781235"/>
        <a:ext cx="823862" cy="411931"/>
      </dsp:txXfrm>
    </dsp:sp>
    <dsp:sp modelId="{078C9178-615D-C345-8B2D-DFF093382734}">
      <dsp:nvSpPr>
        <dsp:cNvPr id="0" name=""/>
        <dsp:cNvSpPr/>
      </dsp:nvSpPr>
      <dsp:spPr>
        <a:xfrm>
          <a:off x="5400749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Saldo crédito</a:t>
          </a:r>
        </a:p>
      </dsp:txBody>
      <dsp:txXfrm>
        <a:off x="5400749" y="2366177"/>
        <a:ext cx="823862" cy="411931"/>
      </dsp:txXfrm>
    </dsp:sp>
    <dsp:sp modelId="{FF76E880-8CD3-4C45-BE00-92FACAD6F1D2}">
      <dsp:nvSpPr>
        <dsp:cNvPr id="0" name=""/>
        <dsp:cNvSpPr/>
      </dsp:nvSpPr>
      <dsp:spPr>
        <a:xfrm>
          <a:off x="8391371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Clasificación de las cuentas</a:t>
          </a:r>
        </a:p>
      </dsp:txBody>
      <dsp:txXfrm>
        <a:off x="8391371" y="611350"/>
        <a:ext cx="823862" cy="411931"/>
      </dsp:txXfrm>
    </dsp:sp>
    <dsp:sp modelId="{C5D80830-7429-6143-B114-B41705EF5EF1}">
      <dsp:nvSpPr>
        <dsp:cNvPr id="0" name=""/>
        <dsp:cNvSpPr/>
      </dsp:nvSpPr>
      <dsp:spPr>
        <a:xfrm>
          <a:off x="7394497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Reales o de balance</a:t>
          </a:r>
        </a:p>
      </dsp:txBody>
      <dsp:txXfrm>
        <a:off x="7394497" y="1196292"/>
        <a:ext cx="823862" cy="411931"/>
      </dsp:txXfrm>
    </dsp:sp>
    <dsp:sp modelId="{274C3900-57FF-D949-96B0-C221170F5E79}">
      <dsp:nvSpPr>
        <dsp:cNvPr id="0" name=""/>
        <dsp:cNvSpPr/>
      </dsp:nvSpPr>
      <dsp:spPr>
        <a:xfrm>
          <a:off x="6397623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Activo: generan beneficios o servicios.</a:t>
          </a:r>
        </a:p>
      </dsp:txBody>
      <dsp:txXfrm>
        <a:off x="6397623" y="1781235"/>
        <a:ext cx="823862" cy="411931"/>
      </dsp:txXfrm>
    </dsp:sp>
    <dsp:sp modelId="{E6F62582-08F4-C64B-90F1-8283975319B3}">
      <dsp:nvSpPr>
        <dsp:cNvPr id="0" name=""/>
        <dsp:cNvSpPr/>
      </dsp:nvSpPr>
      <dsp:spPr>
        <a:xfrm>
          <a:off x="6603589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Corriente</a:t>
          </a:r>
        </a:p>
      </dsp:txBody>
      <dsp:txXfrm>
        <a:off x="6603589" y="2366177"/>
        <a:ext cx="823862" cy="411931"/>
      </dsp:txXfrm>
    </dsp:sp>
    <dsp:sp modelId="{EFB2AD85-CF34-9E43-97FD-D9DE5CF8F442}">
      <dsp:nvSpPr>
        <dsp:cNvPr id="0" name=""/>
        <dsp:cNvSpPr/>
      </dsp:nvSpPr>
      <dsp:spPr>
        <a:xfrm>
          <a:off x="6603589" y="295112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No corriente</a:t>
          </a:r>
        </a:p>
      </dsp:txBody>
      <dsp:txXfrm>
        <a:off x="6603589" y="2951120"/>
        <a:ext cx="823862" cy="411931"/>
      </dsp:txXfrm>
    </dsp:sp>
    <dsp:sp modelId="{9CEFFBB1-A631-6349-9EA8-112249C0F2C0}">
      <dsp:nvSpPr>
        <dsp:cNvPr id="0" name=""/>
        <dsp:cNvSpPr/>
      </dsp:nvSpPr>
      <dsp:spPr>
        <a:xfrm>
          <a:off x="7394497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Pasivo: tiene que haberse contabilizado.</a:t>
          </a:r>
        </a:p>
      </dsp:txBody>
      <dsp:txXfrm>
        <a:off x="7394497" y="1781235"/>
        <a:ext cx="823862" cy="411931"/>
      </dsp:txXfrm>
    </dsp:sp>
    <dsp:sp modelId="{47300D1A-4944-E247-BB2F-F5B70FEA35BD}">
      <dsp:nvSpPr>
        <dsp:cNvPr id="0" name=""/>
        <dsp:cNvSpPr/>
      </dsp:nvSpPr>
      <dsp:spPr>
        <a:xfrm>
          <a:off x="7600463" y="2366177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Corriente</a:t>
          </a:r>
        </a:p>
      </dsp:txBody>
      <dsp:txXfrm>
        <a:off x="7600463" y="2366177"/>
        <a:ext cx="823862" cy="411931"/>
      </dsp:txXfrm>
    </dsp:sp>
    <dsp:sp modelId="{59D06E78-9035-BF45-9580-48B374269599}">
      <dsp:nvSpPr>
        <dsp:cNvPr id="0" name=""/>
        <dsp:cNvSpPr/>
      </dsp:nvSpPr>
      <dsp:spPr>
        <a:xfrm>
          <a:off x="7600463" y="2951120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No corriente</a:t>
          </a:r>
        </a:p>
      </dsp:txBody>
      <dsp:txXfrm>
        <a:off x="7600463" y="2951120"/>
        <a:ext cx="823862" cy="411931"/>
      </dsp:txXfrm>
    </dsp:sp>
    <dsp:sp modelId="{E65E831B-9CC7-A342-8142-BD320216B15E}">
      <dsp:nvSpPr>
        <dsp:cNvPr id="0" name=""/>
        <dsp:cNvSpPr/>
      </dsp:nvSpPr>
      <dsp:spPr>
        <a:xfrm>
          <a:off x="8391371" y="1781235"/>
          <a:ext cx="823862" cy="4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Patrimonio: inversión de los propietarios.</a:t>
          </a:r>
        </a:p>
      </dsp:txBody>
      <dsp:txXfrm>
        <a:off x="8391371" y="1781235"/>
        <a:ext cx="823862" cy="411931"/>
      </dsp:txXfrm>
    </dsp:sp>
    <dsp:sp modelId="{153B4E4D-5751-644A-8FB4-528952009F68}">
      <dsp:nvSpPr>
        <dsp:cNvPr id="0" name=""/>
        <dsp:cNvSpPr/>
      </dsp:nvSpPr>
      <dsp:spPr>
        <a:xfrm>
          <a:off x="8391371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Nominales</a:t>
          </a:r>
        </a:p>
      </dsp:txBody>
      <dsp:txXfrm>
        <a:off x="8391371" y="1196292"/>
        <a:ext cx="823862" cy="411931"/>
      </dsp:txXfrm>
    </dsp:sp>
    <dsp:sp modelId="{D0B812B1-3932-BB4C-8730-A264DBF5F02E}">
      <dsp:nvSpPr>
        <dsp:cNvPr id="0" name=""/>
        <dsp:cNvSpPr/>
      </dsp:nvSpPr>
      <dsp:spPr>
        <a:xfrm>
          <a:off x="9388245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De orden</a:t>
          </a:r>
        </a:p>
      </dsp:txBody>
      <dsp:txXfrm>
        <a:off x="9388245" y="1196292"/>
        <a:ext cx="823862" cy="411931"/>
      </dsp:txXfrm>
    </dsp:sp>
    <dsp:sp modelId="{57340DD1-3080-E946-ACAE-08CF8BD43E99}">
      <dsp:nvSpPr>
        <dsp:cNvPr id="0" name=""/>
        <dsp:cNvSpPr/>
      </dsp:nvSpPr>
      <dsp:spPr>
        <a:xfrm>
          <a:off x="10179153" y="611350"/>
          <a:ext cx="823862" cy="411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 dirty="0"/>
            <a:t>Cuentas reales o de balance</a:t>
          </a:r>
        </a:p>
      </dsp:txBody>
      <dsp:txXfrm>
        <a:off x="10179153" y="611350"/>
        <a:ext cx="823862" cy="411931"/>
      </dsp:txXfrm>
    </dsp:sp>
    <dsp:sp modelId="{B01D1C1C-A239-BA4A-B128-2CEBD2F5B788}">
      <dsp:nvSpPr>
        <dsp:cNvPr id="0" name=""/>
        <dsp:cNvSpPr/>
      </dsp:nvSpPr>
      <dsp:spPr>
        <a:xfrm>
          <a:off x="10385119" y="1196292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Conceptos</a:t>
          </a:r>
        </a:p>
      </dsp:txBody>
      <dsp:txXfrm>
        <a:off x="10385119" y="1196292"/>
        <a:ext cx="823862" cy="411931"/>
      </dsp:txXfrm>
    </dsp:sp>
    <dsp:sp modelId="{5208367F-1E67-054B-B5CA-B1A29466C1B7}">
      <dsp:nvSpPr>
        <dsp:cNvPr id="0" name=""/>
        <dsp:cNvSpPr/>
      </dsp:nvSpPr>
      <dsp:spPr>
        <a:xfrm>
          <a:off x="10385119" y="1781235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Características</a:t>
          </a:r>
        </a:p>
      </dsp:txBody>
      <dsp:txXfrm>
        <a:off x="10385119" y="1781235"/>
        <a:ext cx="823862" cy="411931"/>
      </dsp:txXfrm>
    </dsp:sp>
    <dsp:sp modelId="{1CDB0121-1B51-7C43-A340-45C5623B1F67}">
      <dsp:nvSpPr>
        <dsp:cNvPr id="0" name=""/>
        <dsp:cNvSpPr/>
      </dsp:nvSpPr>
      <dsp:spPr>
        <a:xfrm>
          <a:off x="10385119" y="2366177"/>
          <a:ext cx="823862" cy="411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Movimientos</a:t>
          </a:r>
        </a:p>
      </dsp:txBody>
      <dsp:txXfrm>
        <a:off x="10385119" y="2366177"/>
        <a:ext cx="823862" cy="411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EFE06-02DF-38F8-94AF-0F3F51CBE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6A030B-4494-96B0-0409-CD79659AD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5D866-D448-4146-A77E-0EC4FCC2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92380-CEEB-0121-6420-3DC53A56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04DA4A-D1E4-A3DB-1124-38E3D798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22545-6652-79E3-4A22-3627324A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FB79DA-EBEB-D086-18CE-B2D3DEC1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D8D0D-5C8F-8BAD-58DE-17B24897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015C25-18F3-CD88-0CC3-63FB19CA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882618-0A66-502E-7A33-030B7DB8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916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F3669-82D8-8543-BE98-21217006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1AB7E-1BCD-4208-7637-3CC96CF3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919178-39BA-4F08-7C19-ECABE71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29329-B115-D811-EC6C-C4AB4923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AB19A-2BFC-9A92-E031-3F7FFBA8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53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97E3D-7A64-E2EF-1BC2-86AB70E9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F9073-414A-FC12-1E54-D2F683836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0B7DAC-9DEA-A8CA-B0E4-36AA4712B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EE6381-CA39-28C3-6525-79E4F5E0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2A4CDA-888B-184A-1A5D-4A4B358D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50754D-EFE0-F085-B7DC-B7B2AFE2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57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5DB85-DAE4-9448-5B87-05329771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F15C00-E780-8F57-46C5-AED219D9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6332A3-C4E5-1BF6-0AEE-EBDC4F705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F08FE3-14FE-B505-CAFF-06A8C252A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C37011-65B9-1D1C-4AAD-30BA93C1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0082E0-F635-E833-AE72-8A5AE8E2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05E042-3D7B-43E1-A156-1A3F9C11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01929A-2860-249C-2C78-A0C6D666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51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AB99A-4B91-B4AD-81AD-20DF240A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3B389A-9285-E72A-C261-D1D77F9F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9039BC-86CC-F01E-EB62-D24AA726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60438F-F677-D148-9A80-4D8CCF1E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58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649836E-5032-09AA-6C5F-02328BAA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AA34A6-5503-2D51-482F-32E22F81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7B2C9F-E88E-4966-D886-D1A3B35D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09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B54FA-9436-218A-F1DB-E4431FD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28574-F787-1140-EBF1-147AFF4F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8D2774-F0AF-5433-4066-0133ABFCE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80567-C27E-53ED-C039-5083E3AF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DF9CEB-2920-2CA7-F69A-6D7EAEF0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3D158E-3B31-119B-C7E1-73AFC23B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73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D8B58-2D29-4B7B-89F7-E3B164CF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025DC8-D853-B18E-8FFA-D134CE7E2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AFEF1C-2EB2-2E72-77EC-EC47412E8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A6BA34-F2D8-7D7B-7CBF-3FB7D55A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809E3-4C8F-55F9-264F-F954D62A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7BF0BB-1CD5-0DA5-D83C-3B139083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89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7B2E2-EDB3-FE3A-E8B3-583CB623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BB1915-7FBA-C08B-3559-36721877D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2040BE-129F-493A-1132-33DBA1A4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96F22-CC45-0EBA-5AC5-7E29C63C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EFBCD-7B75-93C2-8478-00684BE0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84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A79294-3746-51E2-1EB7-60DA8A896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ECA43-2BDF-FB6E-E6BA-58A453F3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CAFED-D42D-E6B4-31D1-65C5B3AB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57A3AB-3610-7198-5D8E-D99D585B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5D98B-7111-7889-53D4-75D6810B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40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06A57F-6DED-027A-0C48-D1B733FA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E590F4-6012-B804-5B77-879DD7A1B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AFCA0-AA54-A6DE-2F12-6075C6C1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80AD0-AFF0-B943-A9AC-913380911721}" type="datetimeFigureOut">
              <a:rPr lang="es-ES" smtClean="0"/>
              <a:t>05/02/2026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48BFC4-0A5F-4F28-CA9C-9D91DCF1F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63607-3132-8C4E-3EE0-850A4A554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90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6DBC9A61-6419-0D3B-065C-ED692A4EF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2510817"/>
              </p:ext>
            </p:extLst>
          </p:nvPr>
        </p:nvGraphicFramePr>
        <p:xfrm>
          <a:off x="433137" y="279134"/>
          <a:ext cx="11213431" cy="6314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624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50f519-6473-4480-8c44-6ee3a3a530c3" xsi:nil="true"/>
    <lcf76f155ced4ddcb4097134ff3c332f xmlns="d174a4fb-80c2-4523-8d89-375030acacb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8A463C70CDF94EBCEAEE24D04F3F8A" ma:contentTypeVersion="12" ma:contentTypeDescription="Crear nuevo documento." ma:contentTypeScope="" ma:versionID="0a68c197ff11ee8f2a4dfa92d3e5c792">
  <xsd:schema xmlns:xsd="http://www.w3.org/2001/XMLSchema" xmlns:xs="http://www.w3.org/2001/XMLSchema" xmlns:p="http://schemas.microsoft.com/office/2006/metadata/properties" xmlns:ns2="d174a4fb-80c2-4523-8d89-375030acacbf" xmlns:ns3="b250f519-6473-4480-8c44-6ee3a3a530c3" targetNamespace="http://schemas.microsoft.com/office/2006/metadata/properties" ma:root="true" ma:fieldsID="55936f832c432473a7bcdfeafd102760" ns2:_="" ns3:_="">
    <xsd:import namespace="d174a4fb-80c2-4523-8d89-375030acacbf"/>
    <xsd:import namespace="b250f519-6473-4480-8c44-6ee3a3a530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4a4fb-80c2-4523-8d89-375030acac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0f519-6473-4480-8c44-6ee3a3a530c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99aca81-e582-4351-8e44-cebe80f68b03}" ma:internalName="TaxCatchAll" ma:showField="CatchAllData" ma:web="b250f519-6473-4480-8c44-6ee3a3a530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112112-7D1B-4C1B-91EE-990725FEBE93}">
  <ds:schemaRefs>
    <ds:schemaRef ds:uri="http://schemas.microsoft.com/office/2006/metadata/properties"/>
    <ds:schemaRef ds:uri="http://schemas.microsoft.com/office/infopath/2007/PartnerControls"/>
    <ds:schemaRef ds:uri="b250f519-6473-4480-8c44-6ee3a3a530c3"/>
    <ds:schemaRef ds:uri="d174a4fb-80c2-4523-8d89-375030acacbf"/>
  </ds:schemaRefs>
</ds:datastoreItem>
</file>

<file path=customXml/itemProps2.xml><?xml version="1.0" encoding="utf-8"?>
<ds:datastoreItem xmlns:ds="http://schemas.openxmlformats.org/officeDocument/2006/customXml" ds:itemID="{2FF1B784-07EE-4534-AA15-8ECB88CC88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B3DA9A-681B-4FC5-9DBE-3B4AC0128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74a4fb-80c2-4523-8d89-375030acacbf"/>
    <ds:schemaRef ds:uri="b250f519-6473-4480-8c44-6ee3a3a53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181</Words>
  <Application>Microsoft Office PowerPoint</Application>
  <PresentationFormat>Panorámica</PresentationFormat>
  <Paragraphs>54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Marcela Vidal Quintero</dc:creator>
  <cp:lastModifiedBy>Paula Marcela Vidal Quintero</cp:lastModifiedBy>
  <cp:revision>4</cp:revision>
  <dcterms:created xsi:type="dcterms:W3CDTF">2026-02-02T19:39:13Z</dcterms:created>
  <dcterms:modified xsi:type="dcterms:W3CDTF">2026-02-05T20:48:27Z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0x010100EA8A463C70CDF94EBCEAEE24D04F3F8A</vt:lpwstr>
  </property>
  <property fmtid="{D5CDD505-2E9C-101B-9397-08002B2CF9AE}" pid="3" name="MSIP_Label_fc111285-cafa-4fc9-8a9a-bd902089b24f_Enabled">
    <vt:lpwstr>true</vt:lpwstr>
  </property>
  <property fmtid="{D5CDD505-2E9C-101B-9397-08002B2CF9AE}" pid="4" name="MSIP_Label_fc111285-cafa-4fc9-8a9a-bd902089b24f_SetDate">
    <vt:lpwstr>2026-02-05T20:48:27Z</vt:lpwstr>
  </property>
  <property fmtid="{D5CDD505-2E9C-101B-9397-08002B2CF9AE}" pid="5" name="MSIP_Label_fc111285-cafa-4fc9-8a9a-bd902089b24f_Method">
    <vt:lpwstr>Privileged</vt:lpwstr>
  </property>
  <property fmtid="{D5CDD505-2E9C-101B-9397-08002B2CF9AE}" pid="6" name="MSIP_Label_fc111285-cafa-4fc9-8a9a-bd902089b24f_Name">
    <vt:lpwstr>Public</vt:lpwstr>
  </property>
  <property fmtid="{D5CDD505-2E9C-101B-9397-08002B2CF9AE}" pid="7" name="MSIP_Label_fc111285-cafa-4fc9-8a9a-bd902089b24f_SiteId">
    <vt:lpwstr>cbc2c381-2f2e-4d93-91d1-506c9316ace7</vt:lpwstr>
  </property>
  <property fmtid="{D5CDD505-2E9C-101B-9397-08002B2CF9AE}" pid="8" name="MSIP_Label_fc111285-cafa-4fc9-8a9a-bd902089b24f_ActionId">
    <vt:lpwstr>7bb92756-36b3-4b34-8726-4814ee065376</vt:lpwstr>
  </property>
  <property fmtid="{D5CDD505-2E9C-101B-9397-08002B2CF9AE}" pid="9" name="MSIP_Label_fc111285-cafa-4fc9-8a9a-bd902089b24f_ContentBits">
    <vt:lpwstr>0</vt:lpwstr>
  </property>
  <property fmtid="{D5CDD505-2E9C-101B-9397-08002B2CF9AE}" pid="10" name="MSIP_Label_fc111285-cafa-4fc9-8a9a-bd902089b24f_Tag">
    <vt:lpwstr>10, 0, 1, 2</vt:lpwstr>
  </property>
  <property fmtid="{D5CDD505-2E9C-101B-9397-08002B2CF9AE}" pid="11" name="MediaServiceImageTags">
    <vt:lpwstr/>
  </property>
</Properties>
</file>